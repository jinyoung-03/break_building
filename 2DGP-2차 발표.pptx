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6" autoAdjust="0"/>
    <p:restoredTop sz="94660"/>
  </p:normalViewPr>
  <p:slideViewPr>
    <p:cSldViewPr snapToGrid="0">
      <p:cViewPr>
        <p:scale>
          <a:sx n="100" d="100"/>
          <a:sy n="100" d="100"/>
        </p:scale>
        <p:origin x="403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0CE8CC-35D9-4E4A-93F3-F17551D1CF32}" type="doc">
      <dgm:prSet loTypeId="urn:microsoft.com/office/officeart/2005/8/layout/vList5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8FC4702-1C9E-4319-9C1F-853CF6FF76E5}">
      <dgm:prSet/>
      <dgm:spPr/>
      <dgm:t>
        <a:bodyPr/>
        <a:lstStyle/>
        <a:p>
          <a:r>
            <a:rPr lang="ko-KR" dirty="0"/>
            <a:t>주차</a:t>
          </a:r>
          <a:r>
            <a:rPr lang="en-US" altLang="ko-KR" dirty="0"/>
            <a:t> </a:t>
          </a:r>
          <a:r>
            <a:rPr lang="ko-KR" altLang="en-US" dirty="0"/>
            <a:t>별 계획</a:t>
          </a:r>
          <a:endParaRPr lang="en-US" dirty="0"/>
        </a:p>
      </dgm:t>
    </dgm:pt>
    <dgm:pt modelId="{1687ED77-A354-40DB-BB05-346D74FB8D31}" type="parTrans" cxnId="{BC1BE2D4-A6CB-4873-9199-B81DD7889EFF}">
      <dgm:prSet/>
      <dgm:spPr/>
      <dgm:t>
        <a:bodyPr/>
        <a:lstStyle/>
        <a:p>
          <a:endParaRPr lang="en-US"/>
        </a:p>
      </dgm:t>
    </dgm:pt>
    <dgm:pt modelId="{AE04093F-9859-4A70-9D86-46708D8A52DB}" type="sibTrans" cxnId="{BC1BE2D4-A6CB-4873-9199-B81DD7889EFF}">
      <dgm:prSet/>
      <dgm:spPr/>
      <dgm:t>
        <a:bodyPr/>
        <a:lstStyle/>
        <a:p>
          <a:endParaRPr lang="en-US"/>
        </a:p>
      </dgm:t>
    </dgm:pt>
    <dgm:pt modelId="{C658BD3E-596C-47A0-BAEB-21E86CBF5FBF}">
      <dgm:prSet custT="1"/>
      <dgm:spPr/>
      <dgm:t>
        <a:bodyPr/>
        <a:lstStyle/>
        <a:p>
          <a:pPr algn="l"/>
          <a:r>
            <a:rPr lang="en-US" sz="900" dirty="0"/>
            <a:t>1</a:t>
          </a:r>
          <a:r>
            <a:rPr lang="ko-KR" sz="900" dirty="0"/>
            <a:t>주</a:t>
          </a:r>
          <a:r>
            <a:rPr lang="en-US" altLang="ko-KR" sz="900" dirty="0"/>
            <a:t> – </a:t>
          </a:r>
          <a:r>
            <a:rPr lang="ko-KR" altLang="en-US" sz="900" dirty="0"/>
            <a:t>개발에 필요한 리소스 분리</a:t>
          </a:r>
          <a:r>
            <a:rPr lang="en-US" altLang="ko-KR" sz="900" dirty="0"/>
            <a:t>(</a:t>
          </a:r>
          <a:r>
            <a:rPr lang="ko-KR" altLang="en-US" sz="900" dirty="0"/>
            <a:t>게임마당 리소스</a:t>
          </a:r>
          <a:r>
            <a:rPr lang="en-US" altLang="ko-KR" sz="900" dirty="0"/>
            <a:t>)</a:t>
          </a:r>
          <a:r>
            <a:rPr lang="en-US" sz="600" dirty="0"/>
            <a:t>								</a:t>
          </a:r>
        </a:p>
      </dgm:t>
    </dgm:pt>
    <dgm:pt modelId="{ED92B763-AB9D-45F2-81F7-721AE4034E21}" type="parTrans" cxnId="{AE8ACD8E-D6F2-4041-AB2C-18F5E538F60F}">
      <dgm:prSet/>
      <dgm:spPr/>
      <dgm:t>
        <a:bodyPr/>
        <a:lstStyle/>
        <a:p>
          <a:endParaRPr lang="en-US"/>
        </a:p>
      </dgm:t>
    </dgm:pt>
    <dgm:pt modelId="{8A69471B-A740-4367-950A-A1B226782976}" type="sibTrans" cxnId="{AE8ACD8E-D6F2-4041-AB2C-18F5E538F60F}">
      <dgm:prSet/>
      <dgm:spPr/>
      <dgm:t>
        <a:bodyPr/>
        <a:lstStyle/>
        <a:p>
          <a:endParaRPr lang="en-US"/>
        </a:p>
      </dgm:t>
    </dgm:pt>
    <dgm:pt modelId="{D8787E1B-BC66-4FE8-99EF-F0BC4C22F76E}">
      <dgm:prSet/>
      <dgm:spPr/>
      <dgm:t>
        <a:bodyPr/>
        <a:lstStyle/>
        <a:p>
          <a:r>
            <a:rPr lang="ko-KR" dirty="0"/>
            <a:t>결과</a:t>
          </a:r>
          <a:r>
            <a:rPr lang="en-US" altLang="ko-KR" dirty="0"/>
            <a:t> : </a:t>
          </a:r>
          <a:r>
            <a:rPr lang="ko-KR" altLang="en-US" dirty="0"/>
            <a:t>게임 마당 리소스 수집 완료</a:t>
          </a:r>
          <a:r>
            <a:rPr lang="en-US" altLang="ko-KR" dirty="0"/>
            <a:t>/</a:t>
          </a:r>
          <a:r>
            <a:rPr lang="ko-KR" altLang="en-US" dirty="0"/>
            <a:t>분리는 필요한 것을 그때 맞춰서 하는 식으로 진행</a:t>
          </a:r>
          <a:r>
            <a:rPr lang="en-US" altLang="ko-KR" dirty="0"/>
            <a:t>. </a:t>
          </a:r>
          <a:r>
            <a:rPr lang="ko-KR" altLang="en-US" dirty="0"/>
            <a:t>진행률</a:t>
          </a:r>
          <a:r>
            <a:rPr lang="en-US" altLang="ko-KR" dirty="0"/>
            <a:t>:100%</a:t>
          </a:r>
          <a:endParaRPr lang="en-US" dirty="0"/>
        </a:p>
      </dgm:t>
    </dgm:pt>
    <dgm:pt modelId="{750657F0-1489-4FB4-8C77-0E9696923438}" type="parTrans" cxnId="{FBCCE1C7-6733-436F-947C-474C40696FAF}">
      <dgm:prSet/>
      <dgm:spPr/>
      <dgm:t>
        <a:bodyPr/>
        <a:lstStyle/>
        <a:p>
          <a:endParaRPr lang="en-US"/>
        </a:p>
      </dgm:t>
    </dgm:pt>
    <dgm:pt modelId="{2F08E9DA-9EE7-495C-8073-D6D99979D026}" type="sibTrans" cxnId="{FBCCE1C7-6733-436F-947C-474C40696FAF}">
      <dgm:prSet/>
      <dgm:spPr/>
      <dgm:t>
        <a:bodyPr/>
        <a:lstStyle/>
        <a:p>
          <a:endParaRPr lang="en-US"/>
        </a:p>
      </dgm:t>
    </dgm:pt>
    <dgm:pt modelId="{C32A3C02-F9AF-40D4-97C0-702E58A0795A}">
      <dgm:prSet custT="1"/>
      <dgm:spPr/>
      <dgm:t>
        <a:bodyPr/>
        <a:lstStyle/>
        <a:p>
          <a:pPr algn="l"/>
          <a:r>
            <a:rPr lang="en-US" sz="650" dirty="0"/>
            <a:t>2</a:t>
          </a:r>
          <a:r>
            <a:rPr lang="ko-KR" sz="650" dirty="0"/>
            <a:t>주</a:t>
          </a:r>
          <a:r>
            <a:rPr lang="en-US" altLang="ko-KR" sz="650" dirty="0"/>
            <a:t> – </a:t>
          </a:r>
          <a:r>
            <a:rPr lang="ko-KR" altLang="en-US" sz="650" dirty="0"/>
            <a:t>기본 게임 루프 구현</a:t>
          </a:r>
          <a:r>
            <a:rPr lang="en-US" altLang="ko-KR" sz="650" dirty="0"/>
            <a:t>(</a:t>
          </a:r>
          <a:r>
            <a:rPr lang="ko-KR" altLang="en-US" sz="650" dirty="0"/>
            <a:t>메인 화면 및 건물의 생성</a:t>
          </a:r>
          <a:r>
            <a:rPr lang="en-US" altLang="ko-KR" sz="650" dirty="0"/>
            <a:t>, </a:t>
          </a:r>
          <a:r>
            <a:rPr lang="ko-KR" altLang="en-US" sz="650" dirty="0"/>
            <a:t>플레이어의 이동</a:t>
          </a:r>
          <a:r>
            <a:rPr lang="en-US" altLang="ko-KR" sz="650" dirty="0"/>
            <a:t>)</a:t>
          </a:r>
        </a:p>
        <a:p>
          <a:pPr algn="l"/>
          <a:r>
            <a:rPr lang="en-US" sz="650" dirty="0"/>
            <a:t>(</a:t>
          </a:r>
          <a:r>
            <a:rPr lang="ko-KR" altLang="en-US" sz="650" dirty="0"/>
            <a:t>수정</a:t>
          </a:r>
          <a:r>
            <a:rPr lang="en-US" altLang="ko-KR" sz="650" dirty="0"/>
            <a:t>) </a:t>
          </a:r>
          <a:r>
            <a:rPr lang="ko-KR" altLang="en-US" sz="650" dirty="0"/>
            <a:t>플레이어의 이동 중 점프 제거</a:t>
          </a:r>
          <a:r>
            <a:rPr lang="en-US" sz="600" dirty="0"/>
            <a:t>							</a:t>
          </a:r>
        </a:p>
      </dgm:t>
    </dgm:pt>
    <dgm:pt modelId="{5D563CC8-8DBC-4A3E-B821-A9FF212EB35B}" type="parTrans" cxnId="{56C0B203-1FF3-454F-B2B9-D743C14B1673}">
      <dgm:prSet/>
      <dgm:spPr/>
      <dgm:t>
        <a:bodyPr/>
        <a:lstStyle/>
        <a:p>
          <a:endParaRPr lang="en-US"/>
        </a:p>
      </dgm:t>
    </dgm:pt>
    <dgm:pt modelId="{7D88A054-183F-4EBC-92D2-8609FA6F26F0}" type="sibTrans" cxnId="{56C0B203-1FF3-454F-B2B9-D743C14B1673}">
      <dgm:prSet/>
      <dgm:spPr/>
      <dgm:t>
        <a:bodyPr/>
        <a:lstStyle/>
        <a:p>
          <a:endParaRPr lang="en-US"/>
        </a:p>
      </dgm:t>
    </dgm:pt>
    <dgm:pt modelId="{9F4810E3-7769-4CCA-913A-8BACF1284A36}">
      <dgm:prSet/>
      <dgm:spPr/>
      <dgm:t>
        <a:bodyPr/>
        <a:lstStyle/>
        <a:p>
          <a:r>
            <a:rPr lang="ko-KR" dirty="0"/>
            <a:t>결과</a:t>
          </a:r>
          <a:r>
            <a:rPr lang="en-US" altLang="ko-KR" dirty="0"/>
            <a:t> : </a:t>
          </a:r>
          <a:r>
            <a:rPr lang="ko-KR" altLang="en-US" dirty="0"/>
            <a:t>메인 화면 및 건물의 생성</a:t>
          </a:r>
          <a:r>
            <a:rPr lang="en-US" altLang="ko-KR" dirty="0"/>
            <a:t>, </a:t>
          </a:r>
          <a:r>
            <a:rPr lang="ko-KR" altLang="en-US" dirty="0"/>
            <a:t>플레이어의 이동을 구현함</a:t>
          </a:r>
          <a:r>
            <a:rPr lang="en-US" altLang="ko-KR" dirty="0"/>
            <a:t>. UI</a:t>
          </a:r>
          <a:r>
            <a:rPr lang="ko-KR" altLang="en-US" dirty="0"/>
            <a:t>는 </a:t>
          </a:r>
          <a:r>
            <a:rPr lang="en-US" altLang="ko-KR" dirty="0"/>
            <a:t>X, </a:t>
          </a:r>
          <a:r>
            <a:rPr lang="ko-KR" altLang="en-US" dirty="0"/>
            <a:t>이동 중 점프를 제거함</a:t>
          </a:r>
          <a:r>
            <a:rPr lang="en-US" altLang="ko-KR" dirty="0"/>
            <a:t>. </a:t>
          </a:r>
          <a:r>
            <a:rPr lang="ko-KR" altLang="en-US" dirty="0"/>
            <a:t>진행률</a:t>
          </a:r>
          <a:r>
            <a:rPr lang="en-US" altLang="ko-KR" dirty="0"/>
            <a:t>:100%</a:t>
          </a:r>
          <a:endParaRPr lang="en-US" dirty="0"/>
        </a:p>
      </dgm:t>
    </dgm:pt>
    <dgm:pt modelId="{058C6148-1338-4F6B-9EAB-07F6486956CA}" type="parTrans" cxnId="{E697320D-8855-4CEC-847A-37B1066F5079}">
      <dgm:prSet/>
      <dgm:spPr/>
      <dgm:t>
        <a:bodyPr/>
        <a:lstStyle/>
        <a:p>
          <a:endParaRPr lang="en-US"/>
        </a:p>
      </dgm:t>
    </dgm:pt>
    <dgm:pt modelId="{66D31D6B-F4C2-4099-A504-CDB89987EED1}" type="sibTrans" cxnId="{E697320D-8855-4CEC-847A-37B1066F5079}">
      <dgm:prSet/>
      <dgm:spPr/>
      <dgm:t>
        <a:bodyPr/>
        <a:lstStyle/>
        <a:p>
          <a:endParaRPr lang="en-US"/>
        </a:p>
      </dgm:t>
    </dgm:pt>
    <dgm:pt modelId="{204B7070-54A9-4984-AA49-1A6BC1753384}">
      <dgm:prSet custT="1"/>
      <dgm:spPr/>
      <dgm:t>
        <a:bodyPr/>
        <a:lstStyle/>
        <a:p>
          <a:pPr algn="l"/>
          <a:r>
            <a:rPr lang="en-US" sz="650" dirty="0"/>
            <a:t>3</a:t>
          </a:r>
          <a:r>
            <a:rPr lang="ko-KR" sz="650" dirty="0"/>
            <a:t>주</a:t>
          </a:r>
          <a:r>
            <a:rPr lang="en-US" altLang="ko-KR" sz="650" dirty="0"/>
            <a:t> – </a:t>
          </a:r>
          <a:r>
            <a:rPr lang="ko-KR" altLang="en-US" sz="650" dirty="0"/>
            <a:t>칼 휘두르기 공격</a:t>
          </a:r>
          <a:r>
            <a:rPr lang="en-US" altLang="ko-KR" sz="650" dirty="0"/>
            <a:t>/</a:t>
          </a:r>
          <a:r>
            <a:rPr lang="ko-KR" altLang="en-US" sz="650" dirty="0"/>
            <a:t>방어</a:t>
          </a:r>
          <a:r>
            <a:rPr lang="en-US" altLang="ko-KR" sz="650" dirty="0"/>
            <a:t>/</a:t>
          </a:r>
          <a:r>
            <a:rPr lang="ko-KR" altLang="en-US" sz="650" dirty="0"/>
            <a:t>스킬 및 건물과의 충돌 판정 구현</a:t>
          </a:r>
          <a:endParaRPr lang="en-US" altLang="ko-KR" sz="650" dirty="0"/>
        </a:p>
        <a:p>
          <a:pPr algn="l"/>
          <a:r>
            <a:rPr lang="en-US" sz="650" dirty="0"/>
            <a:t>(</a:t>
          </a:r>
          <a:r>
            <a:rPr lang="ko-KR" altLang="en-US" sz="650" dirty="0"/>
            <a:t>수정</a:t>
          </a:r>
          <a:r>
            <a:rPr lang="en-US" altLang="ko-KR" sz="650" dirty="0"/>
            <a:t>)</a:t>
          </a:r>
          <a:r>
            <a:rPr lang="ko-KR" altLang="en-US" sz="650" dirty="0"/>
            <a:t>칼 스킬을 후에 제작하는 것으로 수정</a:t>
          </a:r>
          <a:r>
            <a:rPr lang="en-US" sz="800" dirty="0"/>
            <a:t>	</a:t>
          </a:r>
          <a:r>
            <a:rPr lang="en-US" sz="600" dirty="0"/>
            <a:t>						</a:t>
          </a:r>
        </a:p>
      </dgm:t>
    </dgm:pt>
    <dgm:pt modelId="{C0807313-1EDC-42FC-99F1-0D2C11AA878E}" type="parTrans" cxnId="{B4086B33-FC90-472F-9FFA-86A28C400D1D}">
      <dgm:prSet/>
      <dgm:spPr/>
      <dgm:t>
        <a:bodyPr/>
        <a:lstStyle/>
        <a:p>
          <a:endParaRPr lang="en-US"/>
        </a:p>
      </dgm:t>
    </dgm:pt>
    <dgm:pt modelId="{62B8A010-0547-43F0-A7A3-028F835C071A}" type="sibTrans" cxnId="{B4086B33-FC90-472F-9FFA-86A28C400D1D}">
      <dgm:prSet/>
      <dgm:spPr/>
      <dgm:t>
        <a:bodyPr/>
        <a:lstStyle/>
        <a:p>
          <a:endParaRPr lang="en-US"/>
        </a:p>
      </dgm:t>
    </dgm:pt>
    <dgm:pt modelId="{6BE1CF27-AC27-4FC8-B437-5E3A97BFDD2C}">
      <dgm:prSet/>
      <dgm:spPr/>
      <dgm:t>
        <a:bodyPr/>
        <a:lstStyle/>
        <a:p>
          <a:r>
            <a:rPr lang="ko-KR" dirty="0"/>
            <a:t>결과</a:t>
          </a:r>
          <a:r>
            <a:rPr lang="en-US" altLang="ko-KR" dirty="0"/>
            <a:t> : </a:t>
          </a:r>
          <a:r>
            <a:rPr lang="ko-KR" altLang="en-US" dirty="0"/>
            <a:t>칼 휘두르기 공격</a:t>
          </a:r>
          <a:r>
            <a:rPr lang="en-US" altLang="ko-KR" dirty="0"/>
            <a:t>/</a:t>
          </a:r>
          <a:r>
            <a:rPr lang="ko-KR" altLang="en-US" dirty="0"/>
            <a:t>방어 구현</a:t>
          </a:r>
          <a:r>
            <a:rPr lang="en-US" altLang="ko-KR" dirty="0"/>
            <a:t>, </a:t>
          </a:r>
          <a:r>
            <a:rPr lang="ko-KR" altLang="en-US" dirty="0"/>
            <a:t>건물과의 충돌 판정을 구현함</a:t>
          </a:r>
          <a:r>
            <a:rPr lang="en-US" altLang="ko-KR" dirty="0"/>
            <a:t>. </a:t>
          </a:r>
          <a:r>
            <a:rPr lang="ko-KR" altLang="en-US" dirty="0"/>
            <a:t>칼 스킬은 </a:t>
          </a:r>
          <a:r>
            <a:rPr lang="en-US" altLang="ko-KR" dirty="0"/>
            <a:t>X. </a:t>
          </a:r>
          <a:r>
            <a:rPr lang="ko-KR" altLang="en-US" dirty="0"/>
            <a:t>진행률</a:t>
          </a:r>
          <a:r>
            <a:rPr lang="en-US" altLang="ko-KR" dirty="0"/>
            <a:t>: 80%</a:t>
          </a:r>
          <a:endParaRPr lang="en-US" dirty="0"/>
        </a:p>
      </dgm:t>
    </dgm:pt>
    <dgm:pt modelId="{2D5EA750-10C7-4C97-9360-2DCFBB2473AF}" type="parTrans" cxnId="{D9F74745-A2A4-4F3F-A607-127CBF70CE14}">
      <dgm:prSet/>
      <dgm:spPr/>
      <dgm:t>
        <a:bodyPr/>
        <a:lstStyle/>
        <a:p>
          <a:endParaRPr lang="en-US"/>
        </a:p>
      </dgm:t>
    </dgm:pt>
    <dgm:pt modelId="{C71CD3C9-907C-42B4-918E-4B180B14345E}" type="sibTrans" cxnId="{D9F74745-A2A4-4F3F-A607-127CBF70CE14}">
      <dgm:prSet/>
      <dgm:spPr/>
      <dgm:t>
        <a:bodyPr/>
        <a:lstStyle/>
        <a:p>
          <a:endParaRPr lang="en-US"/>
        </a:p>
      </dgm:t>
    </dgm:pt>
    <dgm:pt modelId="{12AB0188-7163-47E5-8179-978F445F8DDE}">
      <dgm:prSet custT="1"/>
      <dgm:spPr/>
      <dgm:t>
        <a:bodyPr/>
        <a:lstStyle/>
        <a:p>
          <a:pPr algn="l"/>
          <a:r>
            <a:rPr lang="en-US" sz="900" dirty="0"/>
            <a:t>4</a:t>
          </a:r>
          <a:r>
            <a:rPr lang="ko-KR" sz="900" dirty="0"/>
            <a:t>주</a:t>
          </a:r>
          <a:r>
            <a:rPr lang="en-US" altLang="ko-KR" sz="900" dirty="0"/>
            <a:t> – </a:t>
          </a:r>
          <a:r>
            <a:rPr lang="ko-KR" altLang="en-US" sz="900" dirty="0"/>
            <a:t>점수 시스템</a:t>
          </a:r>
          <a:r>
            <a:rPr lang="en-US" altLang="ko-KR" sz="900" dirty="0"/>
            <a:t>, </a:t>
          </a:r>
          <a:r>
            <a:rPr lang="ko-KR" altLang="en-US" sz="900" dirty="0"/>
            <a:t>건물의 속도 증가 적용</a:t>
          </a:r>
          <a:r>
            <a:rPr lang="en-US" sz="600" dirty="0"/>
            <a:t>						</a:t>
          </a:r>
        </a:p>
      </dgm:t>
    </dgm:pt>
    <dgm:pt modelId="{BA515F35-B56B-46C8-AEBE-20F35146E514}" type="parTrans" cxnId="{4E19AFB1-F1C6-4A45-93B4-3ED4C1749FA8}">
      <dgm:prSet/>
      <dgm:spPr/>
      <dgm:t>
        <a:bodyPr/>
        <a:lstStyle/>
        <a:p>
          <a:endParaRPr lang="en-US"/>
        </a:p>
      </dgm:t>
    </dgm:pt>
    <dgm:pt modelId="{189E9716-1FE9-4D44-B99B-C417D4DD46C8}" type="sibTrans" cxnId="{4E19AFB1-F1C6-4A45-93B4-3ED4C1749FA8}">
      <dgm:prSet/>
      <dgm:spPr/>
      <dgm:t>
        <a:bodyPr/>
        <a:lstStyle/>
        <a:p>
          <a:endParaRPr lang="en-US"/>
        </a:p>
      </dgm:t>
    </dgm:pt>
    <dgm:pt modelId="{85E7A5BE-52EC-43B6-82A5-C23AC33A0A81}">
      <dgm:prSet/>
      <dgm:spPr/>
      <dgm:t>
        <a:bodyPr/>
        <a:lstStyle/>
        <a:p>
          <a:r>
            <a:rPr lang="ko-KR" dirty="0"/>
            <a:t>결과</a:t>
          </a:r>
          <a:r>
            <a:rPr lang="en-US" altLang="ko-KR" dirty="0"/>
            <a:t> : </a:t>
          </a:r>
          <a:r>
            <a:rPr lang="ko-KR" altLang="en-US" dirty="0"/>
            <a:t>점수 시스템</a:t>
          </a:r>
          <a:r>
            <a:rPr lang="en-US" altLang="ko-KR" dirty="0"/>
            <a:t>, </a:t>
          </a:r>
          <a:r>
            <a:rPr lang="ko-KR" altLang="en-US" dirty="0"/>
            <a:t>건물의 속도 증가를 구현 및 적용</a:t>
          </a:r>
          <a:r>
            <a:rPr lang="en-US" altLang="ko-KR" dirty="0"/>
            <a:t>. </a:t>
          </a:r>
          <a:r>
            <a:rPr lang="ko-KR" altLang="en-US" dirty="0"/>
            <a:t>진행률 </a:t>
          </a:r>
          <a:r>
            <a:rPr lang="en-US" altLang="ko-KR" dirty="0"/>
            <a:t>: 100%</a:t>
          </a:r>
          <a:endParaRPr lang="en-US" dirty="0"/>
        </a:p>
      </dgm:t>
    </dgm:pt>
    <dgm:pt modelId="{0862BAE9-252B-42A4-8628-53BC608158C0}" type="parTrans" cxnId="{C02C9AA2-97C2-4AA7-9083-26394DF69256}">
      <dgm:prSet/>
      <dgm:spPr/>
      <dgm:t>
        <a:bodyPr/>
        <a:lstStyle/>
        <a:p>
          <a:endParaRPr lang="en-US"/>
        </a:p>
      </dgm:t>
    </dgm:pt>
    <dgm:pt modelId="{32969A66-383E-4A24-801D-AEBF63FC722A}" type="sibTrans" cxnId="{C02C9AA2-97C2-4AA7-9083-26394DF69256}">
      <dgm:prSet/>
      <dgm:spPr/>
      <dgm:t>
        <a:bodyPr/>
        <a:lstStyle/>
        <a:p>
          <a:endParaRPr lang="en-US"/>
        </a:p>
      </dgm:t>
    </dgm:pt>
    <dgm:pt modelId="{583379C1-FC17-405D-9604-CE5397AC3F15}">
      <dgm:prSet custT="1"/>
      <dgm:spPr/>
      <dgm:t>
        <a:bodyPr/>
        <a:lstStyle/>
        <a:p>
          <a:pPr algn="l"/>
          <a:r>
            <a:rPr lang="en-US" sz="900" dirty="0"/>
            <a:t>5</a:t>
          </a:r>
          <a:r>
            <a:rPr lang="ko-KR" sz="900" dirty="0"/>
            <a:t>주</a:t>
          </a:r>
          <a:r>
            <a:rPr lang="en-US" altLang="ko-KR" sz="900" dirty="0"/>
            <a:t> – </a:t>
          </a:r>
          <a:r>
            <a:rPr lang="ko-KR" altLang="en-US" sz="900" dirty="0"/>
            <a:t>게임 오버 화면 및 재시작 로직 구현</a:t>
          </a:r>
          <a:r>
            <a:rPr lang="en-US" sz="600" dirty="0"/>
            <a:t>							</a:t>
          </a:r>
        </a:p>
      </dgm:t>
    </dgm:pt>
    <dgm:pt modelId="{A8EADE34-14F8-425F-AABC-7EA502035563}" type="parTrans" cxnId="{6827912E-F354-4768-AAF7-1D50971FA665}">
      <dgm:prSet/>
      <dgm:spPr/>
      <dgm:t>
        <a:bodyPr/>
        <a:lstStyle/>
        <a:p>
          <a:endParaRPr lang="en-US"/>
        </a:p>
      </dgm:t>
    </dgm:pt>
    <dgm:pt modelId="{E238ABB0-14A0-478A-9FFA-EA7649640384}" type="sibTrans" cxnId="{6827912E-F354-4768-AAF7-1D50971FA665}">
      <dgm:prSet/>
      <dgm:spPr/>
      <dgm:t>
        <a:bodyPr/>
        <a:lstStyle/>
        <a:p>
          <a:endParaRPr lang="en-US"/>
        </a:p>
      </dgm:t>
    </dgm:pt>
    <dgm:pt modelId="{44382B97-0E6E-4A3A-ABC6-AF380FCF572A}">
      <dgm:prSet/>
      <dgm:spPr/>
      <dgm:t>
        <a:bodyPr/>
        <a:lstStyle/>
        <a:p>
          <a:r>
            <a:rPr lang="ko-KR" dirty="0"/>
            <a:t>결과</a:t>
          </a:r>
          <a:r>
            <a:rPr lang="en-US" altLang="ko-KR" dirty="0"/>
            <a:t> : </a:t>
          </a:r>
          <a:r>
            <a:rPr lang="ko-KR" altLang="en-US" dirty="0"/>
            <a:t>게임 오버 화면 및 재시작 구현 진행률</a:t>
          </a:r>
          <a:r>
            <a:rPr lang="en-US" altLang="ko-KR" dirty="0"/>
            <a:t>:100%</a:t>
          </a:r>
          <a:endParaRPr lang="en-US" dirty="0"/>
        </a:p>
      </dgm:t>
    </dgm:pt>
    <dgm:pt modelId="{2BA6F315-5F03-4158-9A15-D8FA2FACFF60}" type="parTrans" cxnId="{CF8C8A13-CE8B-4A3B-9F4B-296AC16E0496}">
      <dgm:prSet/>
      <dgm:spPr/>
      <dgm:t>
        <a:bodyPr/>
        <a:lstStyle/>
        <a:p>
          <a:endParaRPr lang="en-US"/>
        </a:p>
      </dgm:t>
    </dgm:pt>
    <dgm:pt modelId="{FA0E0FC7-18B5-4571-809E-7217B0856F7C}" type="sibTrans" cxnId="{CF8C8A13-CE8B-4A3B-9F4B-296AC16E0496}">
      <dgm:prSet/>
      <dgm:spPr/>
      <dgm:t>
        <a:bodyPr/>
        <a:lstStyle/>
        <a:p>
          <a:endParaRPr lang="en-US"/>
        </a:p>
      </dgm:t>
    </dgm:pt>
    <dgm:pt modelId="{4E64D2EF-764A-4618-A791-315E690E745A}">
      <dgm:prSet custT="1"/>
      <dgm:spPr/>
      <dgm:t>
        <a:bodyPr/>
        <a:lstStyle/>
        <a:p>
          <a:pPr algn="l"/>
          <a:r>
            <a:rPr lang="en-US" sz="900" dirty="0"/>
            <a:t>6</a:t>
          </a:r>
          <a:r>
            <a:rPr lang="ko-KR" sz="900" dirty="0"/>
            <a:t>주</a:t>
          </a:r>
          <a:r>
            <a:rPr lang="en-US" altLang="ko-KR" sz="900" dirty="0"/>
            <a:t> – </a:t>
          </a:r>
          <a:r>
            <a:rPr lang="ko-KR" altLang="en-US" sz="900" dirty="0"/>
            <a:t>화면에 기본적인 </a:t>
          </a:r>
          <a:r>
            <a:rPr lang="en-US" altLang="ko-KR" sz="900" dirty="0"/>
            <a:t>UI </a:t>
          </a:r>
          <a:r>
            <a:rPr lang="ko-KR" altLang="en-US" sz="900" dirty="0"/>
            <a:t>생성 </a:t>
          </a:r>
          <a:r>
            <a:rPr lang="en-US" altLang="ko-KR" sz="900" dirty="0"/>
            <a:t>(</a:t>
          </a:r>
          <a:r>
            <a:rPr lang="ko-KR" altLang="en-US" sz="900" dirty="0"/>
            <a:t>시작화면</a:t>
          </a:r>
          <a:r>
            <a:rPr lang="en-US" altLang="ko-KR" sz="900" dirty="0"/>
            <a:t>, </a:t>
          </a:r>
          <a:r>
            <a:rPr lang="ko-KR" altLang="en-US" sz="900" dirty="0"/>
            <a:t>종료화면</a:t>
          </a:r>
          <a:r>
            <a:rPr lang="en-US" altLang="ko-KR" sz="900" dirty="0"/>
            <a:t>, </a:t>
          </a:r>
          <a:r>
            <a:rPr lang="ko-KR" altLang="en-US" sz="900" dirty="0" err="1"/>
            <a:t>점수판</a:t>
          </a:r>
          <a:r>
            <a:rPr lang="en-US" altLang="ko-KR" sz="700" dirty="0"/>
            <a:t>)</a:t>
          </a:r>
          <a:r>
            <a:rPr lang="en-US" sz="700" dirty="0"/>
            <a:t>							</a:t>
          </a:r>
        </a:p>
      </dgm:t>
    </dgm:pt>
    <dgm:pt modelId="{9FF353D5-5EF3-48C2-8DE0-04E619E6BF43}" type="parTrans" cxnId="{64E9D65A-B01A-4B29-AC77-9622DCC094F0}">
      <dgm:prSet/>
      <dgm:spPr/>
      <dgm:t>
        <a:bodyPr/>
        <a:lstStyle/>
        <a:p>
          <a:endParaRPr lang="en-US"/>
        </a:p>
      </dgm:t>
    </dgm:pt>
    <dgm:pt modelId="{4149DCA4-FEB7-4E13-B5AF-950708A4543C}" type="sibTrans" cxnId="{64E9D65A-B01A-4B29-AC77-9622DCC094F0}">
      <dgm:prSet/>
      <dgm:spPr/>
      <dgm:t>
        <a:bodyPr/>
        <a:lstStyle/>
        <a:p>
          <a:endParaRPr lang="en-US"/>
        </a:p>
      </dgm:t>
    </dgm:pt>
    <dgm:pt modelId="{D22E266E-3A42-4549-81FF-D33CC5951F9F}">
      <dgm:prSet/>
      <dgm:spPr/>
      <dgm:t>
        <a:bodyPr/>
        <a:lstStyle/>
        <a:p>
          <a:r>
            <a:rPr lang="ko-KR" dirty="0"/>
            <a:t>결과</a:t>
          </a:r>
          <a:r>
            <a:rPr lang="en-US" altLang="ko-KR" dirty="0"/>
            <a:t> : </a:t>
          </a:r>
          <a:endParaRPr lang="en-US" dirty="0"/>
        </a:p>
      </dgm:t>
    </dgm:pt>
    <dgm:pt modelId="{B602447A-BE09-44E2-B99C-85408CE1B086}" type="parTrans" cxnId="{74D03FAE-5B63-4742-9EC1-2DA96964BA2C}">
      <dgm:prSet/>
      <dgm:spPr/>
      <dgm:t>
        <a:bodyPr/>
        <a:lstStyle/>
        <a:p>
          <a:endParaRPr lang="en-US"/>
        </a:p>
      </dgm:t>
    </dgm:pt>
    <dgm:pt modelId="{F92E3310-FD12-4032-810C-F29FB740B2D2}" type="sibTrans" cxnId="{74D03FAE-5B63-4742-9EC1-2DA96964BA2C}">
      <dgm:prSet/>
      <dgm:spPr/>
      <dgm:t>
        <a:bodyPr/>
        <a:lstStyle/>
        <a:p>
          <a:endParaRPr lang="en-US"/>
        </a:p>
      </dgm:t>
    </dgm:pt>
    <dgm:pt modelId="{C21F2F61-9959-49DE-85EE-2E9EB9C19935}">
      <dgm:prSet custT="1"/>
      <dgm:spPr/>
      <dgm:t>
        <a:bodyPr/>
        <a:lstStyle/>
        <a:p>
          <a:pPr algn="l"/>
          <a:r>
            <a:rPr lang="en-US" sz="900" dirty="0"/>
            <a:t>7</a:t>
          </a:r>
          <a:r>
            <a:rPr lang="ko-KR" sz="900" dirty="0"/>
            <a:t>주 </a:t>
          </a:r>
          <a:r>
            <a:rPr lang="en-US" altLang="ko-KR" sz="900" dirty="0"/>
            <a:t> - </a:t>
          </a:r>
          <a:r>
            <a:rPr lang="ko-KR" altLang="en-US" sz="900" dirty="0"/>
            <a:t>효과음</a:t>
          </a:r>
          <a:r>
            <a:rPr lang="en-US" altLang="ko-KR" sz="900" dirty="0"/>
            <a:t>, </a:t>
          </a:r>
          <a:r>
            <a:rPr lang="ko-KR" altLang="en-US" sz="900" dirty="0"/>
            <a:t>파괴 애니메이션</a:t>
          </a:r>
          <a:r>
            <a:rPr lang="en-US" altLang="ko-KR" sz="900" dirty="0"/>
            <a:t>, </a:t>
          </a:r>
          <a:r>
            <a:rPr lang="ko-KR" altLang="en-US" sz="900" dirty="0"/>
            <a:t>콤보 시스템 추가</a:t>
          </a:r>
          <a:r>
            <a:rPr lang="en-US" altLang="ko-KR" sz="900" dirty="0"/>
            <a:t>, </a:t>
          </a:r>
          <a:r>
            <a:rPr lang="en-US" sz="900" dirty="0"/>
            <a:t>(</a:t>
          </a:r>
          <a:r>
            <a:rPr lang="ko-KR" altLang="en-US" sz="900" dirty="0"/>
            <a:t>추가</a:t>
          </a:r>
          <a:r>
            <a:rPr lang="en-US" altLang="ko-KR" sz="900" dirty="0"/>
            <a:t>)</a:t>
          </a:r>
          <a:r>
            <a:rPr lang="ko-KR" altLang="en-US" sz="900" dirty="0"/>
            <a:t>칼 스킬 구현</a:t>
          </a:r>
          <a:r>
            <a:rPr lang="en-US" sz="700" dirty="0"/>
            <a:t>							</a:t>
          </a:r>
        </a:p>
      </dgm:t>
    </dgm:pt>
    <dgm:pt modelId="{1A1AEE35-F2AE-47DB-833E-F508FAEA7482}" type="parTrans" cxnId="{93A56C23-A5A3-48F2-9B92-92960B5E2C7E}">
      <dgm:prSet/>
      <dgm:spPr/>
      <dgm:t>
        <a:bodyPr/>
        <a:lstStyle/>
        <a:p>
          <a:endParaRPr lang="en-US"/>
        </a:p>
      </dgm:t>
    </dgm:pt>
    <dgm:pt modelId="{F45A27B7-981D-4C1F-9348-334894E6889A}" type="sibTrans" cxnId="{93A56C23-A5A3-48F2-9B92-92960B5E2C7E}">
      <dgm:prSet/>
      <dgm:spPr/>
      <dgm:t>
        <a:bodyPr/>
        <a:lstStyle/>
        <a:p>
          <a:endParaRPr lang="en-US"/>
        </a:p>
      </dgm:t>
    </dgm:pt>
    <dgm:pt modelId="{02F3B5A2-E950-4F0F-995A-2E9AD6ED22C8}">
      <dgm:prSet/>
      <dgm:spPr/>
      <dgm:t>
        <a:bodyPr/>
        <a:lstStyle/>
        <a:p>
          <a:r>
            <a:rPr lang="ko-KR" dirty="0"/>
            <a:t>결과</a:t>
          </a:r>
          <a:r>
            <a:rPr lang="en-US" altLang="ko-KR" dirty="0"/>
            <a:t> : </a:t>
          </a:r>
          <a:r>
            <a:rPr lang="ko-KR" altLang="en-US" dirty="0"/>
            <a:t>칼 스킬은 카메라 확대</a:t>
          </a:r>
          <a:r>
            <a:rPr lang="en-US" altLang="ko-KR" dirty="0"/>
            <a:t>/</a:t>
          </a:r>
          <a:r>
            <a:rPr lang="ko-KR" altLang="en-US" dirty="0"/>
            <a:t>축소가 필요할 것 같아 후에 배치함</a:t>
          </a:r>
          <a:r>
            <a:rPr lang="en-US" altLang="ko-KR" dirty="0"/>
            <a:t>.  </a:t>
          </a:r>
          <a:endParaRPr lang="en-US" dirty="0"/>
        </a:p>
      </dgm:t>
    </dgm:pt>
    <dgm:pt modelId="{9418EBED-4273-4F25-8BD4-5BB368C770A0}" type="parTrans" cxnId="{C56888C4-2EFF-4617-B972-1B62F4EB68F1}">
      <dgm:prSet/>
      <dgm:spPr/>
      <dgm:t>
        <a:bodyPr/>
        <a:lstStyle/>
        <a:p>
          <a:endParaRPr lang="en-US"/>
        </a:p>
      </dgm:t>
    </dgm:pt>
    <dgm:pt modelId="{CDD68DA4-706B-4C6A-9203-15417EE6A244}" type="sibTrans" cxnId="{C56888C4-2EFF-4617-B972-1B62F4EB68F1}">
      <dgm:prSet/>
      <dgm:spPr/>
      <dgm:t>
        <a:bodyPr/>
        <a:lstStyle/>
        <a:p>
          <a:endParaRPr lang="en-US"/>
        </a:p>
      </dgm:t>
    </dgm:pt>
    <dgm:pt modelId="{68B34726-AEC0-4A41-9FD7-ADCDB0B8D287}">
      <dgm:prSet custT="1"/>
      <dgm:spPr/>
      <dgm:t>
        <a:bodyPr/>
        <a:lstStyle/>
        <a:p>
          <a:pPr algn="l"/>
          <a:r>
            <a:rPr lang="en-US" sz="900" dirty="0"/>
            <a:t>8</a:t>
          </a:r>
          <a:r>
            <a:rPr lang="ko-KR" sz="900" dirty="0"/>
            <a:t>주 </a:t>
          </a:r>
          <a:r>
            <a:rPr lang="en-US" altLang="ko-KR" sz="900" dirty="0"/>
            <a:t>– </a:t>
          </a:r>
          <a:r>
            <a:rPr lang="ko-KR" altLang="en-US" sz="900" dirty="0"/>
            <a:t>여러 칼 애니메이션 구현 및 버그 수정</a:t>
          </a:r>
          <a:r>
            <a:rPr lang="en-US" sz="700" dirty="0"/>
            <a:t>							</a:t>
          </a:r>
        </a:p>
      </dgm:t>
    </dgm:pt>
    <dgm:pt modelId="{ADAF7DC1-2126-4468-A411-D91D273B02C8}" type="parTrans" cxnId="{0EA3288F-C0BC-4755-B7AD-A905C25D9763}">
      <dgm:prSet/>
      <dgm:spPr/>
      <dgm:t>
        <a:bodyPr/>
        <a:lstStyle/>
        <a:p>
          <a:endParaRPr lang="en-US"/>
        </a:p>
      </dgm:t>
    </dgm:pt>
    <dgm:pt modelId="{2990ED48-0375-4221-8439-3F151E69AD8A}" type="sibTrans" cxnId="{0EA3288F-C0BC-4755-B7AD-A905C25D9763}">
      <dgm:prSet/>
      <dgm:spPr/>
      <dgm:t>
        <a:bodyPr/>
        <a:lstStyle/>
        <a:p>
          <a:endParaRPr lang="en-US"/>
        </a:p>
      </dgm:t>
    </dgm:pt>
    <dgm:pt modelId="{9D2C60BF-EB14-45C2-AC0A-BC5994D14097}">
      <dgm:prSet/>
      <dgm:spPr/>
      <dgm:t>
        <a:bodyPr/>
        <a:lstStyle/>
        <a:p>
          <a:r>
            <a:rPr lang="ko-KR"/>
            <a:t>결과</a:t>
          </a:r>
          <a:endParaRPr lang="en-US"/>
        </a:p>
      </dgm:t>
    </dgm:pt>
    <dgm:pt modelId="{BB2EA9D5-A8C7-40AE-99D1-5DF600DCE2C9}" type="parTrans" cxnId="{0DFBBDBF-61AA-4450-BE1E-20A8974273BF}">
      <dgm:prSet/>
      <dgm:spPr/>
      <dgm:t>
        <a:bodyPr/>
        <a:lstStyle/>
        <a:p>
          <a:endParaRPr lang="en-US"/>
        </a:p>
      </dgm:t>
    </dgm:pt>
    <dgm:pt modelId="{F6B01C23-81F3-4ED5-B3AD-A938D5902DE5}" type="sibTrans" cxnId="{0DFBBDBF-61AA-4450-BE1E-20A8974273BF}">
      <dgm:prSet/>
      <dgm:spPr/>
      <dgm:t>
        <a:bodyPr/>
        <a:lstStyle/>
        <a:p>
          <a:endParaRPr lang="en-US"/>
        </a:p>
      </dgm:t>
    </dgm:pt>
    <dgm:pt modelId="{CE517FB9-FE63-4470-B385-3388A8B541C4}">
      <dgm:prSet custT="1"/>
      <dgm:spPr/>
      <dgm:t>
        <a:bodyPr/>
        <a:lstStyle/>
        <a:p>
          <a:pPr algn="l"/>
          <a:r>
            <a:rPr lang="en-US" sz="900" dirty="0"/>
            <a:t>9</a:t>
          </a:r>
          <a:r>
            <a:rPr lang="ko-KR" sz="900" dirty="0"/>
            <a:t>주 </a:t>
          </a:r>
          <a:r>
            <a:rPr lang="en-US" altLang="ko-KR" sz="900" dirty="0"/>
            <a:t>– </a:t>
          </a:r>
          <a:r>
            <a:rPr lang="ko-KR" altLang="en-US" sz="900" dirty="0"/>
            <a:t>버그 수정 및 발표 자료 제작</a:t>
          </a:r>
          <a:r>
            <a:rPr lang="en-US" sz="700" dirty="0"/>
            <a:t>							</a:t>
          </a:r>
        </a:p>
      </dgm:t>
    </dgm:pt>
    <dgm:pt modelId="{B8DA0A0F-2EC9-4C55-802A-7457BDE2C1BB}" type="parTrans" cxnId="{002DBF27-C780-4F95-A0AE-9C591B4C9271}">
      <dgm:prSet/>
      <dgm:spPr/>
      <dgm:t>
        <a:bodyPr/>
        <a:lstStyle/>
        <a:p>
          <a:endParaRPr lang="en-US"/>
        </a:p>
      </dgm:t>
    </dgm:pt>
    <dgm:pt modelId="{CB540BC5-CE01-42D8-B4AF-478240941344}" type="sibTrans" cxnId="{002DBF27-C780-4F95-A0AE-9C591B4C9271}">
      <dgm:prSet/>
      <dgm:spPr/>
      <dgm:t>
        <a:bodyPr/>
        <a:lstStyle/>
        <a:p>
          <a:endParaRPr lang="en-US"/>
        </a:p>
      </dgm:t>
    </dgm:pt>
    <dgm:pt modelId="{C1FDAD65-57B6-4DD3-A787-975379FC6FD8}">
      <dgm:prSet/>
      <dgm:spPr/>
      <dgm:t>
        <a:bodyPr/>
        <a:lstStyle/>
        <a:p>
          <a:r>
            <a:rPr lang="ko-KR"/>
            <a:t>결과</a:t>
          </a:r>
          <a:endParaRPr lang="en-US"/>
        </a:p>
      </dgm:t>
    </dgm:pt>
    <dgm:pt modelId="{7C71DB41-75FB-4E94-965B-61EAE5FE3198}" type="parTrans" cxnId="{B3405F5C-6864-4C56-B258-1C986B2759FB}">
      <dgm:prSet/>
      <dgm:spPr/>
      <dgm:t>
        <a:bodyPr/>
        <a:lstStyle/>
        <a:p>
          <a:endParaRPr lang="en-US"/>
        </a:p>
      </dgm:t>
    </dgm:pt>
    <dgm:pt modelId="{11E787FA-08E7-40EB-B647-7E08A4FFAF08}" type="sibTrans" cxnId="{B3405F5C-6864-4C56-B258-1C986B2759FB}">
      <dgm:prSet/>
      <dgm:spPr/>
      <dgm:t>
        <a:bodyPr/>
        <a:lstStyle/>
        <a:p>
          <a:endParaRPr lang="en-US"/>
        </a:p>
      </dgm:t>
    </dgm:pt>
    <dgm:pt modelId="{AC1A8ADA-0ABB-4CFB-BF09-96323543BD1A}">
      <dgm:prSet/>
      <dgm:spPr/>
      <dgm:t>
        <a:bodyPr/>
        <a:lstStyle/>
        <a:p>
          <a:pPr algn="r"/>
          <a:r>
            <a:rPr lang="ko-KR" dirty="0"/>
            <a:t>결과</a:t>
          </a:r>
          <a:r>
            <a:rPr lang="en-US" altLang="ko-KR" dirty="0"/>
            <a:t>/</a:t>
          </a:r>
          <a:r>
            <a:rPr lang="ko-KR" altLang="en-US" dirty="0"/>
            <a:t>진행률                         평균 진행률 </a:t>
          </a:r>
          <a:r>
            <a:rPr lang="en-US" altLang="ko-KR" dirty="0"/>
            <a:t>: 96%</a:t>
          </a:r>
          <a:endParaRPr lang="en-US" dirty="0"/>
        </a:p>
      </dgm:t>
    </dgm:pt>
    <dgm:pt modelId="{1954BDE2-CDE3-4841-A7F3-60FDE01153A7}" type="parTrans" cxnId="{170F0D8D-CD6B-452F-B52A-318332E42259}">
      <dgm:prSet/>
      <dgm:spPr/>
      <dgm:t>
        <a:bodyPr/>
        <a:lstStyle/>
        <a:p>
          <a:pPr latinLnBrk="1"/>
          <a:endParaRPr lang="ko-KR" altLang="en-US"/>
        </a:p>
      </dgm:t>
    </dgm:pt>
    <dgm:pt modelId="{8FD7CBA4-7256-4464-962C-D7B62170A74A}" type="sibTrans" cxnId="{170F0D8D-CD6B-452F-B52A-318332E42259}">
      <dgm:prSet/>
      <dgm:spPr/>
      <dgm:t>
        <a:bodyPr/>
        <a:lstStyle/>
        <a:p>
          <a:pPr latinLnBrk="1"/>
          <a:endParaRPr lang="ko-KR" altLang="en-US"/>
        </a:p>
      </dgm:t>
    </dgm:pt>
    <dgm:pt modelId="{2E6E8B7A-574F-45B6-A264-B85DA0226F52}" type="pres">
      <dgm:prSet presAssocID="{BA0CE8CC-35D9-4E4A-93F3-F17551D1CF32}" presName="Name0" presStyleCnt="0">
        <dgm:presLayoutVars>
          <dgm:dir/>
          <dgm:animLvl val="lvl"/>
          <dgm:resizeHandles val="exact"/>
        </dgm:presLayoutVars>
      </dgm:prSet>
      <dgm:spPr/>
    </dgm:pt>
    <dgm:pt modelId="{CED8541D-7E9C-4882-A3C3-1902CD5D0948}" type="pres">
      <dgm:prSet presAssocID="{A8FC4702-1C9E-4319-9C1F-853CF6FF76E5}" presName="linNode" presStyleCnt="0"/>
      <dgm:spPr/>
    </dgm:pt>
    <dgm:pt modelId="{669020FD-A610-4D2B-A1F7-7A941887E212}" type="pres">
      <dgm:prSet presAssocID="{A8FC4702-1C9E-4319-9C1F-853CF6FF76E5}" presName="parentText" presStyleLbl="node1" presStyleIdx="0" presStyleCnt="11">
        <dgm:presLayoutVars>
          <dgm:chMax val="1"/>
          <dgm:bulletEnabled val="1"/>
        </dgm:presLayoutVars>
      </dgm:prSet>
      <dgm:spPr/>
    </dgm:pt>
    <dgm:pt modelId="{6C2F07A8-1065-42ED-BD09-FE8B4A11B090}" type="pres">
      <dgm:prSet presAssocID="{AE04093F-9859-4A70-9D86-46708D8A52DB}" presName="sp" presStyleCnt="0"/>
      <dgm:spPr/>
    </dgm:pt>
    <dgm:pt modelId="{5587E6BE-30EC-4272-9B5E-8A9066625025}" type="pres">
      <dgm:prSet presAssocID="{C658BD3E-596C-47A0-BAEB-21E86CBF5FBF}" presName="linNode" presStyleCnt="0"/>
      <dgm:spPr/>
    </dgm:pt>
    <dgm:pt modelId="{517DD1A5-0F8D-4403-9622-FBC58D82A654}" type="pres">
      <dgm:prSet presAssocID="{C658BD3E-596C-47A0-BAEB-21E86CBF5FBF}" presName="parentText" presStyleLbl="node1" presStyleIdx="1" presStyleCnt="11">
        <dgm:presLayoutVars>
          <dgm:chMax val="1"/>
          <dgm:bulletEnabled val="1"/>
        </dgm:presLayoutVars>
      </dgm:prSet>
      <dgm:spPr/>
    </dgm:pt>
    <dgm:pt modelId="{E3527D0B-E20B-4CE3-A647-3699744629B6}" type="pres">
      <dgm:prSet presAssocID="{C658BD3E-596C-47A0-BAEB-21E86CBF5FBF}" presName="descendantText" presStyleLbl="alignAccFollowNode1" presStyleIdx="0" presStyleCnt="9" custLinFactNeighborX="0" custLinFactNeighborY="0">
        <dgm:presLayoutVars>
          <dgm:bulletEnabled val="1"/>
        </dgm:presLayoutVars>
      </dgm:prSet>
      <dgm:spPr/>
    </dgm:pt>
    <dgm:pt modelId="{9BC5D425-5C9C-4493-AE61-0F9955996686}" type="pres">
      <dgm:prSet presAssocID="{8A69471B-A740-4367-950A-A1B226782976}" presName="sp" presStyleCnt="0"/>
      <dgm:spPr/>
    </dgm:pt>
    <dgm:pt modelId="{CF0C377A-BA1F-4ADC-8D0C-1903C2ECFAFC}" type="pres">
      <dgm:prSet presAssocID="{C32A3C02-F9AF-40D4-97C0-702E58A0795A}" presName="linNode" presStyleCnt="0"/>
      <dgm:spPr/>
    </dgm:pt>
    <dgm:pt modelId="{C2D25FA3-2C4D-42A2-BEFA-2F3A5E79B02D}" type="pres">
      <dgm:prSet presAssocID="{C32A3C02-F9AF-40D4-97C0-702E58A0795A}" presName="parentText" presStyleLbl="node1" presStyleIdx="2" presStyleCnt="11">
        <dgm:presLayoutVars>
          <dgm:chMax val="1"/>
          <dgm:bulletEnabled val="1"/>
        </dgm:presLayoutVars>
      </dgm:prSet>
      <dgm:spPr/>
    </dgm:pt>
    <dgm:pt modelId="{76B55F9B-F884-4599-9A8B-C43DA94ED20B}" type="pres">
      <dgm:prSet presAssocID="{C32A3C02-F9AF-40D4-97C0-702E58A0795A}" presName="descendantText" presStyleLbl="alignAccFollowNode1" presStyleIdx="1" presStyleCnt="9">
        <dgm:presLayoutVars>
          <dgm:bulletEnabled val="1"/>
        </dgm:presLayoutVars>
      </dgm:prSet>
      <dgm:spPr/>
    </dgm:pt>
    <dgm:pt modelId="{276E64B8-C105-42ED-A158-12326C11A155}" type="pres">
      <dgm:prSet presAssocID="{7D88A054-183F-4EBC-92D2-8609FA6F26F0}" presName="sp" presStyleCnt="0"/>
      <dgm:spPr/>
    </dgm:pt>
    <dgm:pt modelId="{2BC7C6C8-CF67-40A3-902D-FFB218E7CB19}" type="pres">
      <dgm:prSet presAssocID="{204B7070-54A9-4984-AA49-1A6BC1753384}" presName="linNode" presStyleCnt="0"/>
      <dgm:spPr/>
    </dgm:pt>
    <dgm:pt modelId="{3DDE799A-FDB5-471A-90C1-60F6FED3DF6D}" type="pres">
      <dgm:prSet presAssocID="{204B7070-54A9-4984-AA49-1A6BC1753384}" presName="parentText" presStyleLbl="node1" presStyleIdx="3" presStyleCnt="11">
        <dgm:presLayoutVars>
          <dgm:chMax val="1"/>
          <dgm:bulletEnabled val="1"/>
        </dgm:presLayoutVars>
      </dgm:prSet>
      <dgm:spPr/>
    </dgm:pt>
    <dgm:pt modelId="{127C22D7-FC10-4A2C-9549-03B3DEF985C9}" type="pres">
      <dgm:prSet presAssocID="{204B7070-54A9-4984-AA49-1A6BC1753384}" presName="descendantText" presStyleLbl="alignAccFollowNode1" presStyleIdx="2" presStyleCnt="9">
        <dgm:presLayoutVars>
          <dgm:bulletEnabled val="1"/>
        </dgm:presLayoutVars>
      </dgm:prSet>
      <dgm:spPr/>
    </dgm:pt>
    <dgm:pt modelId="{1A0BDC82-F7FA-4C0B-9204-919FD02679CE}" type="pres">
      <dgm:prSet presAssocID="{62B8A010-0547-43F0-A7A3-028F835C071A}" presName="sp" presStyleCnt="0"/>
      <dgm:spPr/>
    </dgm:pt>
    <dgm:pt modelId="{943FCC4E-99A4-41FE-B4BC-1BD02C363F24}" type="pres">
      <dgm:prSet presAssocID="{12AB0188-7163-47E5-8179-978F445F8DDE}" presName="linNode" presStyleCnt="0"/>
      <dgm:spPr/>
    </dgm:pt>
    <dgm:pt modelId="{BB0D3A0E-61C6-4160-8E45-B254E2C96B52}" type="pres">
      <dgm:prSet presAssocID="{12AB0188-7163-47E5-8179-978F445F8DDE}" presName="parentText" presStyleLbl="node1" presStyleIdx="4" presStyleCnt="11">
        <dgm:presLayoutVars>
          <dgm:chMax val="1"/>
          <dgm:bulletEnabled val="1"/>
        </dgm:presLayoutVars>
      </dgm:prSet>
      <dgm:spPr/>
    </dgm:pt>
    <dgm:pt modelId="{96063734-F488-4EF6-8B4A-4AC746BA3C53}" type="pres">
      <dgm:prSet presAssocID="{12AB0188-7163-47E5-8179-978F445F8DDE}" presName="descendantText" presStyleLbl="alignAccFollowNode1" presStyleIdx="3" presStyleCnt="9">
        <dgm:presLayoutVars>
          <dgm:bulletEnabled val="1"/>
        </dgm:presLayoutVars>
      </dgm:prSet>
      <dgm:spPr/>
    </dgm:pt>
    <dgm:pt modelId="{14D62115-FC39-475D-8EB4-BCE3A49E0385}" type="pres">
      <dgm:prSet presAssocID="{189E9716-1FE9-4D44-B99B-C417D4DD46C8}" presName="sp" presStyleCnt="0"/>
      <dgm:spPr/>
    </dgm:pt>
    <dgm:pt modelId="{EC0B3984-4A4A-4D06-ACFB-DC9CD15CE472}" type="pres">
      <dgm:prSet presAssocID="{583379C1-FC17-405D-9604-CE5397AC3F15}" presName="linNode" presStyleCnt="0"/>
      <dgm:spPr/>
    </dgm:pt>
    <dgm:pt modelId="{17DE509D-B9F9-441A-AE06-152995449AEB}" type="pres">
      <dgm:prSet presAssocID="{583379C1-FC17-405D-9604-CE5397AC3F15}" presName="parentText" presStyleLbl="node1" presStyleIdx="5" presStyleCnt="11">
        <dgm:presLayoutVars>
          <dgm:chMax val="1"/>
          <dgm:bulletEnabled val="1"/>
        </dgm:presLayoutVars>
      </dgm:prSet>
      <dgm:spPr/>
    </dgm:pt>
    <dgm:pt modelId="{598195E5-8DE2-4C85-BE36-FC2D1EE5DB12}" type="pres">
      <dgm:prSet presAssocID="{583379C1-FC17-405D-9604-CE5397AC3F15}" presName="descendantText" presStyleLbl="alignAccFollowNode1" presStyleIdx="4" presStyleCnt="9">
        <dgm:presLayoutVars>
          <dgm:bulletEnabled val="1"/>
        </dgm:presLayoutVars>
      </dgm:prSet>
      <dgm:spPr/>
    </dgm:pt>
    <dgm:pt modelId="{845A1BB5-8BB8-4042-876F-7B6E05513A72}" type="pres">
      <dgm:prSet presAssocID="{E238ABB0-14A0-478A-9FFA-EA7649640384}" presName="sp" presStyleCnt="0"/>
      <dgm:spPr/>
    </dgm:pt>
    <dgm:pt modelId="{21D5D850-2F20-4BF4-BFD2-ACBFDC61E437}" type="pres">
      <dgm:prSet presAssocID="{4E64D2EF-764A-4618-A791-315E690E745A}" presName="linNode" presStyleCnt="0"/>
      <dgm:spPr/>
    </dgm:pt>
    <dgm:pt modelId="{069657A4-158E-4899-B1D9-E071E3C3AF12}" type="pres">
      <dgm:prSet presAssocID="{4E64D2EF-764A-4618-A791-315E690E745A}" presName="parentText" presStyleLbl="node1" presStyleIdx="6" presStyleCnt="11">
        <dgm:presLayoutVars>
          <dgm:chMax val="1"/>
          <dgm:bulletEnabled val="1"/>
        </dgm:presLayoutVars>
      </dgm:prSet>
      <dgm:spPr/>
    </dgm:pt>
    <dgm:pt modelId="{500104D7-1E87-4E06-B1C5-8518288FB708}" type="pres">
      <dgm:prSet presAssocID="{4E64D2EF-764A-4618-A791-315E690E745A}" presName="descendantText" presStyleLbl="alignAccFollowNode1" presStyleIdx="5" presStyleCnt="9">
        <dgm:presLayoutVars>
          <dgm:bulletEnabled val="1"/>
        </dgm:presLayoutVars>
      </dgm:prSet>
      <dgm:spPr/>
    </dgm:pt>
    <dgm:pt modelId="{6AE79F1A-D09C-4212-8444-3DA01C0D5004}" type="pres">
      <dgm:prSet presAssocID="{4149DCA4-FEB7-4E13-B5AF-950708A4543C}" presName="sp" presStyleCnt="0"/>
      <dgm:spPr/>
    </dgm:pt>
    <dgm:pt modelId="{8517C26F-9D95-42BA-A01A-98666B22C18D}" type="pres">
      <dgm:prSet presAssocID="{C21F2F61-9959-49DE-85EE-2E9EB9C19935}" presName="linNode" presStyleCnt="0"/>
      <dgm:spPr/>
    </dgm:pt>
    <dgm:pt modelId="{E2B1A4EC-1ECB-4A3F-8675-FF91BB45B3AB}" type="pres">
      <dgm:prSet presAssocID="{C21F2F61-9959-49DE-85EE-2E9EB9C19935}" presName="parentText" presStyleLbl="node1" presStyleIdx="7" presStyleCnt="11">
        <dgm:presLayoutVars>
          <dgm:chMax val="1"/>
          <dgm:bulletEnabled val="1"/>
        </dgm:presLayoutVars>
      </dgm:prSet>
      <dgm:spPr/>
    </dgm:pt>
    <dgm:pt modelId="{9A61703D-105C-4617-A104-3FA143ADDC90}" type="pres">
      <dgm:prSet presAssocID="{C21F2F61-9959-49DE-85EE-2E9EB9C19935}" presName="descendantText" presStyleLbl="alignAccFollowNode1" presStyleIdx="6" presStyleCnt="9" custLinFactNeighborY="0">
        <dgm:presLayoutVars>
          <dgm:bulletEnabled val="1"/>
        </dgm:presLayoutVars>
      </dgm:prSet>
      <dgm:spPr/>
    </dgm:pt>
    <dgm:pt modelId="{AF3875BF-64D1-470E-883B-E0F7E94DC99C}" type="pres">
      <dgm:prSet presAssocID="{F45A27B7-981D-4C1F-9348-334894E6889A}" presName="sp" presStyleCnt="0"/>
      <dgm:spPr/>
    </dgm:pt>
    <dgm:pt modelId="{4F48354A-57BD-4DAE-A08F-363BDDC4213B}" type="pres">
      <dgm:prSet presAssocID="{68B34726-AEC0-4A41-9FD7-ADCDB0B8D287}" presName="linNode" presStyleCnt="0"/>
      <dgm:spPr/>
    </dgm:pt>
    <dgm:pt modelId="{9D125DEC-47B8-4E67-8D24-0F47B5739E30}" type="pres">
      <dgm:prSet presAssocID="{68B34726-AEC0-4A41-9FD7-ADCDB0B8D287}" presName="parentText" presStyleLbl="node1" presStyleIdx="8" presStyleCnt="11">
        <dgm:presLayoutVars>
          <dgm:chMax val="1"/>
          <dgm:bulletEnabled val="1"/>
        </dgm:presLayoutVars>
      </dgm:prSet>
      <dgm:spPr/>
    </dgm:pt>
    <dgm:pt modelId="{A493F8BE-5384-49D7-8A68-A9AAA4415828}" type="pres">
      <dgm:prSet presAssocID="{68B34726-AEC0-4A41-9FD7-ADCDB0B8D287}" presName="descendantText" presStyleLbl="alignAccFollowNode1" presStyleIdx="7" presStyleCnt="9">
        <dgm:presLayoutVars>
          <dgm:bulletEnabled val="1"/>
        </dgm:presLayoutVars>
      </dgm:prSet>
      <dgm:spPr/>
    </dgm:pt>
    <dgm:pt modelId="{48DD99AA-4DA5-42B9-A163-FEA501E53F1D}" type="pres">
      <dgm:prSet presAssocID="{2990ED48-0375-4221-8439-3F151E69AD8A}" presName="sp" presStyleCnt="0"/>
      <dgm:spPr/>
    </dgm:pt>
    <dgm:pt modelId="{D3B2DACB-4BB8-4376-818A-97F718FD362E}" type="pres">
      <dgm:prSet presAssocID="{CE517FB9-FE63-4470-B385-3388A8B541C4}" presName="linNode" presStyleCnt="0"/>
      <dgm:spPr/>
    </dgm:pt>
    <dgm:pt modelId="{C4387AEE-954C-4B8C-91C9-3A2C2FB30C22}" type="pres">
      <dgm:prSet presAssocID="{CE517FB9-FE63-4470-B385-3388A8B541C4}" presName="parentText" presStyleLbl="node1" presStyleIdx="9" presStyleCnt="11">
        <dgm:presLayoutVars>
          <dgm:chMax val="1"/>
          <dgm:bulletEnabled val="1"/>
        </dgm:presLayoutVars>
      </dgm:prSet>
      <dgm:spPr/>
    </dgm:pt>
    <dgm:pt modelId="{C9BF7B72-A276-4F60-B31D-BEF49A940041}" type="pres">
      <dgm:prSet presAssocID="{CE517FB9-FE63-4470-B385-3388A8B541C4}" presName="descendantText" presStyleLbl="alignAccFollowNode1" presStyleIdx="8" presStyleCnt="9">
        <dgm:presLayoutVars>
          <dgm:bulletEnabled val="1"/>
        </dgm:presLayoutVars>
      </dgm:prSet>
      <dgm:spPr/>
    </dgm:pt>
    <dgm:pt modelId="{1BA154E5-B26C-4995-B796-FB2C0E700758}" type="pres">
      <dgm:prSet presAssocID="{CB540BC5-CE01-42D8-B4AF-478240941344}" presName="sp" presStyleCnt="0"/>
      <dgm:spPr/>
    </dgm:pt>
    <dgm:pt modelId="{14C1F571-B17A-46F5-86A5-95A4C27CED9A}" type="pres">
      <dgm:prSet presAssocID="{AC1A8ADA-0ABB-4CFB-BF09-96323543BD1A}" presName="linNode" presStyleCnt="0"/>
      <dgm:spPr/>
    </dgm:pt>
    <dgm:pt modelId="{65973113-F25C-4640-AB6D-55C5CF667872}" type="pres">
      <dgm:prSet presAssocID="{AC1A8ADA-0ABB-4CFB-BF09-96323543BD1A}" presName="parentText" presStyleLbl="node1" presStyleIdx="10" presStyleCnt="11" custScaleX="176022" custLinFactX="445" custLinFactY="-500000" custLinFactNeighborX="100000" custLinFactNeighborY="-552538">
        <dgm:presLayoutVars>
          <dgm:chMax val="1"/>
          <dgm:bulletEnabled val="1"/>
        </dgm:presLayoutVars>
      </dgm:prSet>
      <dgm:spPr/>
    </dgm:pt>
  </dgm:ptLst>
  <dgm:cxnLst>
    <dgm:cxn modelId="{56C0B203-1FF3-454F-B2B9-D743C14B1673}" srcId="{BA0CE8CC-35D9-4E4A-93F3-F17551D1CF32}" destId="{C32A3C02-F9AF-40D4-97C0-702E58A0795A}" srcOrd="2" destOrd="0" parTransId="{5D563CC8-8DBC-4A3E-B821-A9FF212EB35B}" sibTransId="{7D88A054-183F-4EBC-92D2-8609FA6F26F0}"/>
    <dgm:cxn modelId="{E697320D-8855-4CEC-847A-37B1066F5079}" srcId="{C32A3C02-F9AF-40D4-97C0-702E58A0795A}" destId="{9F4810E3-7769-4CCA-913A-8BACF1284A36}" srcOrd="0" destOrd="0" parTransId="{058C6148-1338-4F6B-9EAB-07F6486956CA}" sibTransId="{66D31D6B-F4C2-4099-A504-CDB89987EED1}"/>
    <dgm:cxn modelId="{CF8C8A13-CE8B-4A3B-9F4B-296AC16E0496}" srcId="{583379C1-FC17-405D-9604-CE5397AC3F15}" destId="{44382B97-0E6E-4A3A-ABC6-AF380FCF572A}" srcOrd="0" destOrd="0" parTransId="{2BA6F315-5F03-4158-9A15-D8FA2FACFF60}" sibTransId="{FA0E0FC7-18B5-4571-809E-7217B0856F7C}"/>
    <dgm:cxn modelId="{93A56C23-A5A3-48F2-9B92-92960B5E2C7E}" srcId="{BA0CE8CC-35D9-4E4A-93F3-F17551D1CF32}" destId="{C21F2F61-9959-49DE-85EE-2E9EB9C19935}" srcOrd="7" destOrd="0" parTransId="{1A1AEE35-F2AE-47DB-833E-F508FAEA7482}" sibTransId="{F45A27B7-981D-4C1F-9348-334894E6889A}"/>
    <dgm:cxn modelId="{002DBF27-C780-4F95-A0AE-9C591B4C9271}" srcId="{BA0CE8CC-35D9-4E4A-93F3-F17551D1CF32}" destId="{CE517FB9-FE63-4470-B385-3388A8B541C4}" srcOrd="9" destOrd="0" parTransId="{B8DA0A0F-2EC9-4C55-802A-7457BDE2C1BB}" sibTransId="{CB540BC5-CE01-42D8-B4AF-478240941344}"/>
    <dgm:cxn modelId="{6827912E-F354-4768-AAF7-1D50971FA665}" srcId="{BA0CE8CC-35D9-4E4A-93F3-F17551D1CF32}" destId="{583379C1-FC17-405D-9604-CE5397AC3F15}" srcOrd="5" destOrd="0" parTransId="{A8EADE34-14F8-425F-AABC-7EA502035563}" sibTransId="{E238ABB0-14A0-478A-9FFA-EA7649640384}"/>
    <dgm:cxn modelId="{B4086B33-FC90-472F-9FFA-86A28C400D1D}" srcId="{BA0CE8CC-35D9-4E4A-93F3-F17551D1CF32}" destId="{204B7070-54A9-4984-AA49-1A6BC1753384}" srcOrd="3" destOrd="0" parTransId="{C0807313-1EDC-42FC-99F1-0D2C11AA878E}" sibTransId="{62B8A010-0547-43F0-A7A3-028F835C071A}"/>
    <dgm:cxn modelId="{DD589936-E484-4A64-8EBA-87B644A27558}" type="presOf" srcId="{CE517FB9-FE63-4470-B385-3388A8B541C4}" destId="{C4387AEE-954C-4B8C-91C9-3A2C2FB30C22}" srcOrd="0" destOrd="0" presId="urn:microsoft.com/office/officeart/2005/8/layout/vList5"/>
    <dgm:cxn modelId="{B3405F5C-6864-4C56-B258-1C986B2759FB}" srcId="{CE517FB9-FE63-4470-B385-3388A8B541C4}" destId="{C1FDAD65-57B6-4DD3-A787-975379FC6FD8}" srcOrd="0" destOrd="0" parTransId="{7C71DB41-75FB-4E94-965B-61EAE5FE3198}" sibTransId="{11E787FA-08E7-40EB-B647-7E08A4FFAF08}"/>
    <dgm:cxn modelId="{D9F74745-A2A4-4F3F-A607-127CBF70CE14}" srcId="{204B7070-54A9-4984-AA49-1A6BC1753384}" destId="{6BE1CF27-AC27-4FC8-B437-5E3A97BFDD2C}" srcOrd="0" destOrd="0" parTransId="{2D5EA750-10C7-4C97-9360-2DCFBB2473AF}" sibTransId="{C71CD3C9-907C-42B4-918E-4B180B14345E}"/>
    <dgm:cxn modelId="{F057D465-187D-46E2-BB28-8EDEF8047D7C}" type="presOf" srcId="{9D2C60BF-EB14-45C2-AC0A-BC5994D14097}" destId="{A493F8BE-5384-49D7-8A68-A9AAA4415828}" srcOrd="0" destOrd="0" presId="urn:microsoft.com/office/officeart/2005/8/layout/vList5"/>
    <dgm:cxn modelId="{2A0AC647-F1A6-4374-BFCD-2D823C3F52B8}" type="presOf" srcId="{BA0CE8CC-35D9-4E4A-93F3-F17551D1CF32}" destId="{2E6E8B7A-574F-45B6-A264-B85DA0226F52}" srcOrd="0" destOrd="0" presId="urn:microsoft.com/office/officeart/2005/8/layout/vList5"/>
    <dgm:cxn modelId="{98500E53-510F-4974-9058-17AC8C755AA4}" type="presOf" srcId="{44382B97-0E6E-4A3A-ABC6-AF380FCF572A}" destId="{598195E5-8DE2-4C85-BE36-FC2D1EE5DB12}" srcOrd="0" destOrd="0" presId="urn:microsoft.com/office/officeart/2005/8/layout/vList5"/>
    <dgm:cxn modelId="{363F1675-EDBA-4D72-9FDA-35EBC0735ECF}" type="presOf" srcId="{A8FC4702-1C9E-4319-9C1F-853CF6FF76E5}" destId="{669020FD-A610-4D2B-A1F7-7A941887E212}" srcOrd="0" destOrd="0" presId="urn:microsoft.com/office/officeart/2005/8/layout/vList5"/>
    <dgm:cxn modelId="{01AF1A55-9A1E-429C-899C-3C3209AA8AFD}" type="presOf" srcId="{12AB0188-7163-47E5-8179-978F445F8DDE}" destId="{BB0D3A0E-61C6-4160-8E45-B254E2C96B52}" srcOrd="0" destOrd="0" presId="urn:microsoft.com/office/officeart/2005/8/layout/vList5"/>
    <dgm:cxn modelId="{320E4C75-0887-4EF8-BB40-21859B0DFE36}" type="presOf" srcId="{583379C1-FC17-405D-9604-CE5397AC3F15}" destId="{17DE509D-B9F9-441A-AE06-152995449AEB}" srcOrd="0" destOrd="0" presId="urn:microsoft.com/office/officeart/2005/8/layout/vList5"/>
    <dgm:cxn modelId="{64E9D65A-B01A-4B29-AC77-9622DCC094F0}" srcId="{BA0CE8CC-35D9-4E4A-93F3-F17551D1CF32}" destId="{4E64D2EF-764A-4618-A791-315E690E745A}" srcOrd="6" destOrd="0" parTransId="{9FF353D5-5EF3-48C2-8DE0-04E619E6BF43}" sibTransId="{4149DCA4-FEB7-4E13-B5AF-950708A4543C}"/>
    <dgm:cxn modelId="{033C107E-F5EF-4E17-BD9F-CF963C9F3D3E}" type="presOf" srcId="{AC1A8ADA-0ABB-4CFB-BF09-96323543BD1A}" destId="{65973113-F25C-4640-AB6D-55C5CF667872}" srcOrd="0" destOrd="0" presId="urn:microsoft.com/office/officeart/2005/8/layout/vList5"/>
    <dgm:cxn modelId="{170F0D8D-CD6B-452F-B52A-318332E42259}" srcId="{BA0CE8CC-35D9-4E4A-93F3-F17551D1CF32}" destId="{AC1A8ADA-0ABB-4CFB-BF09-96323543BD1A}" srcOrd="10" destOrd="0" parTransId="{1954BDE2-CDE3-4841-A7F3-60FDE01153A7}" sibTransId="{8FD7CBA4-7256-4464-962C-D7B62170A74A}"/>
    <dgm:cxn modelId="{AE8ACD8E-D6F2-4041-AB2C-18F5E538F60F}" srcId="{BA0CE8CC-35D9-4E4A-93F3-F17551D1CF32}" destId="{C658BD3E-596C-47A0-BAEB-21E86CBF5FBF}" srcOrd="1" destOrd="0" parTransId="{ED92B763-AB9D-45F2-81F7-721AE4034E21}" sibTransId="{8A69471B-A740-4367-950A-A1B226782976}"/>
    <dgm:cxn modelId="{0EA3288F-C0BC-4755-B7AD-A905C25D9763}" srcId="{BA0CE8CC-35D9-4E4A-93F3-F17551D1CF32}" destId="{68B34726-AEC0-4A41-9FD7-ADCDB0B8D287}" srcOrd="8" destOrd="0" parTransId="{ADAF7DC1-2126-4468-A411-D91D273B02C8}" sibTransId="{2990ED48-0375-4221-8439-3F151E69AD8A}"/>
    <dgm:cxn modelId="{1F6D7590-6BAB-4B2C-A54F-DBE5AFB142A3}" type="presOf" srcId="{C1FDAD65-57B6-4DD3-A787-975379FC6FD8}" destId="{C9BF7B72-A276-4F60-B31D-BEF49A940041}" srcOrd="0" destOrd="0" presId="urn:microsoft.com/office/officeart/2005/8/layout/vList5"/>
    <dgm:cxn modelId="{2640BC94-8A4E-4CF9-9F2B-C3590ECC554F}" type="presOf" srcId="{02F3B5A2-E950-4F0F-995A-2E9AD6ED22C8}" destId="{9A61703D-105C-4617-A104-3FA143ADDC90}" srcOrd="0" destOrd="0" presId="urn:microsoft.com/office/officeart/2005/8/layout/vList5"/>
    <dgm:cxn modelId="{BC0E179F-DB9F-4FF1-B59A-A4E4D943E018}" type="presOf" srcId="{6BE1CF27-AC27-4FC8-B437-5E3A97BFDD2C}" destId="{127C22D7-FC10-4A2C-9549-03B3DEF985C9}" srcOrd="0" destOrd="0" presId="urn:microsoft.com/office/officeart/2005/8/layout/vList5"/>
    <dgm:cxn modelId="{C02C9AA2-97C2-4AA7-9083-26394DF69256}" srcId="{12AB0188-7163-47E5-8179-978F445F8DDE}" destId="{85E7A5BE-52EC-43B6-82A5-C23AC33A0A81}" srcOrd="0" destOrd="0" parTransId="{0862BAE9-252B-42A4-8628-53BC608158C0}" sibTransId="{32969A66-383E-4A24-801D-AEBF63FC722A}"/>
    <dgm:cxn modelId="{9C66C2AD-FEAC-4F8E-887D-7BE48EA86BE5}" type="presOf" srcId="{68B34726-AEC0-4A41-9FD7-ADCDB0B8D287}" destId="{9D125DEC-47B8-4E67-8D24-0F47B5739E30}" srcOrd="0" destOrd="0" presId="urn:microsoft.com/office/officeart/2005/8/layout/vList5"/>
    <dgm:cxn modelId="{74D03FAE-5B63-4742-9EC1-2DA96964BA2C}" srcId="{4E64D2EF-764A-4618-A791-315E690E745A}" destId="{D22E266E-3A42-4549-81FF-D33CC5951F9F}" srcOrd="0" destOrd="0" parTransId="{B602447A-BE09-44E2-B99C-85408CE1B086}" sibTransId="{F92E3310-FD12-4032-810C-F29FB740B2D2}"/>
    <dgm:cxn modelId="{E35947AE-EC93-41C6-8F4F-3481E580D6DD}" type="presOf" srcId="{9F4810E3-7769-4CCA-913A-8BACF1284A36}" destId="{76B55F9B-F884-4599-9A8B-C43DA94ED20B}" srcOrd="0" destOrd="0" presId="urn:microsoft.com/office/officeart/2005/8/layout/vList5"/>
    <dgm:cxn modelId="{4E19AFB1-F1C6-4A45-93B4-3ED4C1749FA8}" srcId="{BA0CE8CC-35D9-4E4A-93F3-F17551D1CF32}" destId="{12AB0188-7163-47E5-8179-978F445F8DDE}" srcOrd="4" destOrd="0" parTransId="{BA515F35-B56B-46C8-AEBE-20F35146E514}" sibTransId="{189E9716-1FE9-4D44-B99B-C417D4DD46C8}"/>
    <dgm:cxn modelId="{733A02B7-91FE-4DBB-B5E5-A2A0C2773532}" type="presOf" srcId="{D22E266E-3A42-4549-81FF-D33CC5951F9F}" destId="{500104D7-1E87-4E06-B1C5-8518288FB708}" srcOrd="0" destOrd="0" presId="urn:microsoft.com/office/officeart/2005/8/layout/vList5"/>
    <dgm:cxn modelId="{B40356BA-052C-4367-B270-CC5094A35CD5}" type="presOf" srcId="{4E64D2EF-764A-4618-A791-315E690E745A}" destId="{069657A4-158E-4899-B1D9-E071E3C3AF12}" srcOrd="0" destOrd="0" presId="urn:microsoft.com/office/officeart/2005/8/layout/vList5"/>
    <dgm:cxn modelId="{0DFBBDBF-61AA-4450-BE1E-20A8974273BF}" srcId="{68B34726-AEC0-4A41-9FD7-ADCDB0B8D287}" destId="{9D2C60BF-EB14-45C2-AC0A-BC5994D14097}" srcOrd="0" destOrd="0" parTransId="{BB2EA9D5-A8C7-40AE-99D1-5DF600DCE2C9}" sibTransId="{F6B01C23-81F3-4ED5-B3AD-A938D5902DE5}"/>
    <dgm:cxn modelId="{C56888C4-2EFF-4617-B972-1B62F4EB68F1}" srcId="{C21F2F61-9959-49DE-85EE-2E9EB9C19935}" destId="{02F3B5A2-E950-4F0F-995A-2E9AD6ED22C8}" srcOrd="0" destOrd="0" parTransId="{9418EBED-4273-4F25-8BD4-5BB368C770A0}" sibTransId="{CDD68DA4-706B-4C6A-9203-15417EE6A244}"/>
    <dgm:cxn modelId="{FBCCE1C7-6733-436F-947C-474C40696FAF}" srcId="{C658BD3E-596C-47A0-BAEB-21E86CBF5FBF}" destId="{D8787E1B-BC66-4FE8-99EF-F0BC4C22F76E}" srcOrd="0" destOrd="0" parTransId="{750657F0-1489-4FB4-8C77-0E9696923438}" sibTransId="{2F08E9DA-9EE7-495C-8073-D6D99979D026}"/>
    <dgm:cxn modelId="{BC1E7AC9-9AC5-4B3A-87B9-46AE7D6A545D}" type="presOf" srcId="{D8787E1B-BC66-4FE8-99EF-F0BC4C22F76E}" destId="{E3527D0B-E20B-4CE3-A647-3699744629B6}" srcOrd="0" destOrd="0" presId="urn:microsoft.com/office/officeart/2005/8/layout/vList5"/>
    <dgm:cxn modelId="{BC1BE2D4-A6CB-4873-9199-B81DD7889EFF}" srcId="{BA0CE8CC-35D9-4E4A-93F3-F17551D1CF32}" destId="{A8FC4702-1C9E-4319-9C1F-853CF6FF76E5}" srcOrd="0" destOrd="0" parTransId="{1687ED77-A354-40DB-BB05-346D74FB8D31}" sibTransId="{AE04093F-9859-4A70-9D86-46708D8A52DB}"/>
    <dgm:cxn modelId="{11FA00D9-1A83-471D-8AF9-DEF0FD53B89A}" type="presOf" srcId="{85E7A5BE-52EC-43B6-82A5-C23AC33A0A81}" destId="{96063734-F488-4EF6-8B4A-4AC746BA3C53}" srcOrd="0" destOrd="0" presId="urn:microsoft.com/office/officeart/2005/8/layout/vList5"/>
    <dgm:cxn modelId="{1FE593EB-7E2A-438E-B0DA-9C114F684A81}" type="presOf" srcId="{C21F2F61-9959-49DE-85EE-2E9EB9C19935}" destId="{E2B1A4EC-1ECB-4A3F-8675-FF91BB45B3AB}" srcOrd="0" destOrd="0" presId="urn:microsoft.com/office/officeart/2005/8/layout/vList5"/>
    <dgm:cxn modelId="{57A10BED-2553-40A3-B8E1-5A8910A07079}" type="presOf" srcId="{C32A3C02-F9AF-40D4-97C0-702E58A0795A}" destId="{C2D25FA3-2C4D-42A2-BEFA-2F3A5E79B02D}" srcOrd="0" destOrd="0" presId="urn:microsoft.com/office/officeart/2005/8/layout/vList5"/>
    <dgm:cxn modelId="{997469ED-72A2-4359-AC3E-EB2F1C2F5BB0}" type="presOf" srcId="{204B7070-54A9-4984-AA49-1A6BC1753384}" destId="{3DDE799A-FDB5-471A-90C1-60F6FED3DF6D}" srcOrd="0" destOrd="0" presId="urn:microsoft.com/office/officeart/2005/8/layout/vList5"/>
    <dgm:cxn modelId="{0C190DEF-0CD3-449B-BE63-FA540D8FD8CB}" type="presOf" srcId="{C658BD3E-596C-47A0-BAEB-21E86CBF5FBF}" destId="{517DD1A5-0F8D-4403-9622-FBC58D82A654}" srcOrd="0" destOrd="0" presId="urn:microsoft.com/office/officeart/2005/8/layout/vList5"/>
    <dgm:cxn modelId="{0EFBE66A-4EA9-4CAF-9296-9BB4A40A9AE7}" type="presParOf" srcId="{2E6E8B7A-574F-45B6-A264-B85DA0226F52}" destId="{CED8541D-7E9C-4882-A3C3-1902CD5D0948}" srcOrd="0" destOrd="0" presId="urn:microsoft.com/office/officeart/2005/8/layout/vList5"/>
    <dgm:cxn modelId="{5286E063-A8FA-47BE-AE01-B87C2F628159}" type="presParOf" srcId="{CED8541D-7E9C-4882-A3C3-1902CD5D0948}" destId="{669020FD-A610-4D2B-A1F7-7A941887E212}" srcOrd="0" destOrd="0" presId="urn:microsoft.com/office/officeart/2005/8/layout/vList5"/>
    <dgm:cxn modelId="{F368C6B5-BF40-410C-BA12-19EC06F3280B}" type="presParOf" srcId="{2E6E8B7A-574F-45B6-A264-B85DA0226F52}" destId="{6C2F07A8-1065-42ED-BD09-FE8B4A11B090}" srcOrd="1" destOrd="0" presId="urn:microsoft.com/office/officeart/2005/8/layout/vList5"/>
    <dgm:cxn modelId="{DAFFAB8D-2EE7-46C5-864D-5475385B5A76}" type="presParOf" srcId="{2E6E8B7A-574F-45B6-A264-B85DA0226F52}" destId="{5587E6BE-30EC-4272-9B5E-8A9066625025}" srcOrd="2" destOrd="0" presId="urn:microsoft.com/office/officeart/2005/8/layout/vList5"/>
    <dgm:cxn modelId="{4C66F5FE-A0C0-40AC-B1CB-E45C225939E3}" type="presParOf" srcId="{5587E6BE-30EC-4272-9B5E-8A9066625025}" destId="{517DD1A5-0F8D-4403-9622-FBC58D82A654}" srcOrd="0" destOrd="0" presId="urn:microsoft.com/office/officeart/2005/8/layout/vList5"/>
    <dgm:cxn modelId="{3BDDBC94-BBC1-4826-9A36-3E158F06D99B}" type="presParOf" srcId="{5587E6BE-30EC-4272-9B5E-8A9066625025}" destId="{E3527D0B-E20B-4CE3-A647-3699744629B6}" srcOrd="1" destOrd="0" presId="urn:microsoft.com/office/officeart/2005/8/layout/vList5"/>
    <dgm:cxn modelId="{DB954C8B-86E6-4114-9E8B-F1A12984206B}" type="presParOf" srcId="{2E6E8B7A-574F-45B6-A264-B85DA0226F52}" destId="{9BC5D425-5C9C-4493-AE61-0F9955996686}" srcOrd="3" destOrd="0" presId="urn:microsoft.com/office/officeart/2005/8/layout/vList5"/>
    <dgm:cxn modelId="{371420CC-4202-45E2-9F74-7EA975892DFE}" type="presParOf" srcId="{2E6E8B7A-574F-45B6-A264-B85DA0226F52}" destId="{CF0C377A-BA1F-4ADC-8D0C-1903C2ECFAFC}" srcOrd="4" destOrd="0" presId="urn:microsoft.com/office/officeart/2005/8/layout/vList5"/>
    <dgm:cxn modelId="{114D8DE3-4A1F-45D8-9297-F90D0A94E428}" type="presParOf" srcId="{CF0C377A-BA1F-4ADC-8D0C-1903C2ECFAFC}" destId="{C2D25FA3-2C4D-42A2-BEFA-2F3A5E79B02D}" srcOrd="0" destOrd="0" presId="urn:microsoft.com/office/officeart/2005/8/layout/vList5"/>
    <dgm:cxn modelId="{F600E6EE-47D3-4147-8D47-BB7A326A733D}" type="presParOf" srcId="{CF0C377A-BA1F-4ADC-8D0C-1903C2ECFAFC}" destId="{76B55F9B-F884-4599-9A8B-C43DA94ED20B}" srcOrd="1" destOrd="0" presId="urn:microsoft.com/office/officeart/2005/8/layout/vList5"/>
    <dgm:cxn modelId="{041DC6A7-2213-4970-9060-24469509F41A}" type="presParOf" srcId="{2E6E8B7A-574F-45B6-A264-B85DA0226F52}" destId="{276E64B8-C105-42ED-A158-12326C11A155}" srcOrd="5" destOrd="0" presId="urn:microsoft.com/office/officeart/2005/8/layout/vList5"/>
    <dgm:cxn modelId="{6572F3C4-866F-404D-B331-8914987E2ACD}" type="presParOf" srcId="{2E6E8B7A-574F-45B6-A264-B85DA0226F52}" destId="{2BC7C6C8-CF67-40A3-902D-FFB218E7CB19}" srcOrd="6" destOrd="0" presId="urn:microsoft.com/office/officeart/2005/8/layout/vList5"/>
    <dgm:cxn modelId="{E2516C39-2064-4E78-8029-801045F2F3F7}" type="presParOf" srcId="{2BC7C6C8-CF67-40A3-902D-FFB218E7CB19}" destId="{3DDE799A-FDB5-471A-90C1-60F6FED3DF6D}" srcOrd="0" destOrd="0" presId="urn:microsoft.com/office/officeart/2005/8/layout/vList5"/>
    <dgm:cxn modelId="{787BE939-3A74-4CE3-B929-63580DAC626B}" type="presParOf" srcId="{2BC7C6C8-CF67-40A3-902D-FFB218E7CB19}" destId="{127C22D7-FC10-4A2C-9549-03B3DEF985C9}" srcOrd="1" destOrd="0" presId="urn:microsoft.com/office/officeart/2005/8/layout/vList5"/>
    <dgm:cxn modelId="{186A3A8C-B14A-4B82-A5E4-B55129EF478D}" type="presParOf" srcId="{2E6E8B7A-574F-45B6-A264-B85DA0226F52}" destId="{1A0BDC82-F7FA-4C0B-9204-919FD02679CE}" srcOrd="7" destOrd="0" presId="urn:microsoft.com/office/officeart/2005/8/layout/vList5"/>
    <dgm:cxn modelId="{F9E76109-B5A0-4AB0-87DA-A5726FF6D687}" type="presParOf" srcId="{2E6E8B7A-574F-45B6-A264-B85DA0226F52}" destId="{943FCC4E-99A4-41FE-B4BC-1BD02C363F24}" srcOrd="8" destOrd="0" presId="urn:microsoft.com/office/officeart/2005/8/layout/vList5"/>
    <dgm:cxn modelId="{DF31632B-83F0-494B-93DD-927CEFB78768}" type="presParOf" srcId="{943FCC4E-99A4-41FE-B4BC-1BD02C363F24}" destId="{BB0D3A0E-61C6-4160-8E45-B254E2C96B52}" srcOrd="0" destOrd="0" presId="urn:microsoft.com/office/officeart/2005/8/layout/vList5"/>
    <dgm:cxn modelId="{9E249E07-E2C0-4A62-A692-2A1C69CCFDA3}" type="presParOf" srcId="{943FCC4E-99A4-41FE-B4BC-1BD02C363F24}" destId="{96063734-F488-4EF6-8B4A-4AC746BA3C53}" srcOrd="1" destOrd="0" presId="urn:microsoft.com/office/officeart/2005/8/layout/vList5"/>
    <dgm:cxn modelId="{8F16C805-5EEA-47CD-9FA3-22606B832051}" type="presParOf" srcId="{2E6E8B7A-574F-45B6-A264-B85DA0226F52}" destId="{14D62115-FC39-475D-8EB4-BCE3A49E0385}" srcOrd="9" destOrd="0" presId="urn:microsoft.com/office/officeart/2005/8/layout/vList5"/>
    <dgm:cxn modelId="{2C6A7D9D-B89D-4EB6-8588-B2D5302125DB}" type="presParOf" srcId="{2E6E8B7A-574F-45B6-A264-B85DA0226F52}" destId="{EC0B3984-4A4A-4D06-ACFB-DC9CD15CE472}" srcOrd="10" destOrd="0" presId="urn:microsoft.com/office/officeart/2005/8/layout/vList5"/>
    <dgm:cxn modelId="{F6A9FA21-0196-45D0-A2A1-DB7E5001DE81}" type="presParOf" srcId="{EC0B3984-4A4A-4D06-ACFB-DC9CD15CE472}" destId="{17DE509D-B9F9-441A-AE06-152995449AEB}" srcOrd="0" destOrd="0" presId="urn:microsoft.com/office/officeart/2005/8/layout/vList5"/>
    <dgm:cxn modelId="{23A587F5-DD6A-4240-B003-049DAFC1F672}" type="presParOf" srcId="{EC0B3984-4A4A-4D06-ACFB-DC9CD15CE472}" destId="{598195E5-8DE2-4C85-BE36-FC2D1EE5DB12}" srcOrd="1" destOrd="0" presId="urn:microsoft.com/office/officeart/2005/8/layout/vList5"/>
    <dgm:cxn modelId="{04FF295C-B879-4D92-AE20-6BCEB6737AEE}" type="presParOf" srcId="{2E6E8B7A-574F-45B6-A264-B85DA0226F52}" destId="{845A1BB5-8BB8-4042-876F-7B6E05513A72}" srcOrd="11" destOrd="0" presId="urn:microsoft.com/office/officeart/2005/8/layout/vList5"/>
    <dgm:cxn modelId="{9138290D-EA4F-4D71-819F-D8F9BEA3FB86}" type="presParOf" srcId="{2E6E8B7A-574F-45B6-A264-B85DA0226F52}" destId="{21D5D850-2F20-4BF4-BFD2-ACBFDC61E437}" srcOrd="12" destOrd="0" presId="urn:microsoft.com/office/officeart/2005/8/layout/vList5"/>
    <dgm:cxn modelId="{B0883B12-07C2-42A1-805A-C52E06A2EA61}" type="presParOf" srcId="{21D5D850-2F20-4BF4-BFD2-ACBFDC61E437}" destId="{069657A4-158E-4899-B1D9-E071E3C3AF12}" srcOrd="0" destOrd="0" presId="urn:microsoft.com/office/officeart/2005/8/layout/vList5"/>
    <dgm:cxn modelId="{1BB1C5C0-96DB-4673-9293-D2DC21C5CEF0}" type="presParOf" srcId="{21D5D850-2F20-4BF4-BFD2-ACBFDC61E437}" destId="{500104D7-1E87-4E06-B1C5-8518288FB708}" srcOrd="1" destOrd="0" presId="urn:microsoft.com/office/officeart/2005/8/layout/vList5"/>
    <dgm:cxn modelId="{1ABB37E3-097A-4573-8163-84AFB348BAB9}" type="presParOf" srcId="{2E6E8B7A-574F-45B6-A264-B85DA0226F52}" destId="{6AE79F1A-D09C-4212-8444-3DA01C0D5004}" srcOrd="13" destOrd="0" presId="urn:microsoft.com/office/officeart/2005/8/layout/vList5"/>
    <dgm:cxn modelId="{1BF64380-27CC-4FA1-8373-EC2B457C0EC8}" type="presParOf" srcId="{2E6E8B7A-574F-45B6-A264-B85DA0226F52}" destId="{8517C26F-9D95-42BA-A01A-98666B22C18D}" srcOrd="14" destOrd="0" presId="urn:microsoft.com/office/officeart/2005/8/layout/vList5"/>
    <dgm:cxn modelId="{153FA15B-2FD9-4A51-B1F5-06DE7FF3B66D}" type="presParOf" srcId="{8517C26F-9D95-42BA-A01A-98666B22C18D}" destId="{E2B1A4EC-1ECB-4A3F-8675-FF91BB45B3AB}" srcOrd="0" destOrd="0" presId="urn:microsoft.com/office/officeart/2005/8/layout/vList5"/>
    <dgm:cxn modelId="{A09E619F-8213-4204-A9BB-08C7DEEA2523}" type="presParOf" srcId="{8517C26F-9D95-42BA-A01A-98666B22C18D}" destId="{9A61703D-105C-4617-A104-3FA143ADDC90}" srcOrd="1" destOrd="0" presId="urn:microsoft.com/office/officeart/2005/8/layout/vList5"/>
    <dgm:cxn modelId="{B28B77BA-F1D3-4FCE-9DCC-ADD5724E6498}" type="presParOf" srcId="{2E6E8B7A-574F-45B6-A264-B85DA0226F52}" destId="{AF3875BF-64D1-470E-883B-E0F7E94DC99C}" srcOrd="15" destOrd="0" presId="urn:microsoft.com/office/officeart/2005/8/layout/vList5"/>
    <dgm:cxn modelId="{6B636901-4AB9-43E0-B326-4F3904F9E605}" type="presParOf" srcId="{2E6E8B7A-574F-45B6-A264-B85DA0226F52}" destId="{4F48354A-57BD-4DAE-A08F-363BDDC4213B}" srcOrd="16" destOrd="0" presId="urn:microsoft.com/office/officeart/2005/8/layout/vList5"/>
    <dgm:cxn modelId="{A74B33CE-A15F-4C9D-BB36-A6BAD3AE7C21}" type="presParOf" srcId="{4F48354A-57BD-4DAE-A08F-363BDDC4213B}" destId="{9D125DEC-47B8-4E67-8D24-0F47B5739E30}" srcOrd="0" destOrd="0" presId="urn:microsoft.com/office/officeart/2005/8/layout/vList5"/>
    <dgm:cxn modelId="{EE8C844D-AED6-4975-B765-BA540AFC1E62}" type="presParOf" srcId="{4F48354A-57BD-4DAE-A08F-363BDDC4213B}" destId="{A493F8BE-5384-49D7-8A68-A9AAA4415828}" srcOrd="1" destOrd="0" presId="urn:microsoft.com/office/officeart/2005/8/layout/vList5"/>
    <dgm:cxn modelId="{07CF6C3E-3B30-40DB-AF13-A69D8C58B4E2}" type="presParOf" srcId="{2E6E8B7A-574F-45B6-A264-B85DA0226F52}" destId="{48DD99AA-4DA5-42B9-A163-FEA501E53F1D}" srcOrd="17" destOrd="0" presId="urn:microsoft.com/office/officeart/2005/8/layout/vList5"/>
    <dgm:cxn modelId="{B4A7D7DE-7229-4399-A623-1C0A67E0B98A}" type="presParOf" srcId="{2E6E8B7A-574F-45B6-A264-B85DA0226F52}" destId="{D3B2DACB-4BB8-4376-818A-97F718FD362E}" srcOrd="18" destOrd="0" presId="urn:microsoft.com/office/officeart/2005/8/layout/vList5"/>
    <dgm:cxn modelId="{3EAC0D7F-5F1F-4267-890B-1B653C5D3FE5}" type="presParOf" srcId="{D3B2DACB-4BB8-4376-818A-97F718FD362E}" destId="{C4387AEE-954C-4B8C-91C9-3A2C2FB30C22}" srcOrd="0" destOrd="0" presId="urn:microsoft.com/office/officeart/2005/8/layout/vList5"/>
    <dgm:cxn modelId="{96247BB8-7DB8-40FD-8E03-6D9A07815CAC}" type="presParOf" srcId="{D3B2DACB-4BB8-4376-818A-97F718FD362E}" destId="{C9BF7B72-A276-4F60-B31D-BEF49A940041}" srcOrd="1" destOrd="0" presId="urn:microsoft.com/office/officeart/2005/8/layout/vList5"/>
    <dgm:cxn modelId="{DDB0CFDB-CA36-4F3F-BB57-E2EB3B62B484}" type="presParOf" srcId="{2E6E8B7A-574F-45B6-A264-B85DA0226F52}" destId="{1BA154E5-B26C-4995-B796-FB2C0E700758}" srcOrd="19" destOrd="0" presId="urn:microsoft.com/office/officeart/2005/8/layout/vList5"/>
    <dgm:cxn modelId="{5C03F934-75BD-483D-9969-3FE130C3F436}" type="presParOf" srcId="{2E6E8B7A-574F-45B6-A264-B85DA0226F52}" destId="{14C1F571-B17A-46F5-86A5-95A4C27CED9A}" srcOrd="20" destOrd="0" presId="urn:microsoft.com/office/officeart/2005/8/layout/vList5"/>
    <dgm:cxn modelId="{0C16F718-D170-4374-A2FD-7BB65770F339}" type="presParOf" srcId="{14C1F571-B17A-46F5-86A5-95A4C27CED9A}" destId="{65973113-F25C-4640-AB6D-55C5CF667872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9020FD-A610-4D2B-A1F7-7A941887E212}">
      <dsp:nvSpPr>
        <dsp:cNvPr id="0" name=""/>
        <dsp:cNvSpPr/>
      </dsp:nvSpPr>
      <dsp:spPr>
        <a:xfrm>
          <a:off x="0" y="1062"/>
          <a:ext cx="3785616" cy="37819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300" kern="1200" dirty="0"/>
            <a:t>주차</a:t>
          </a:r>
          <a:r>
            <a:rPr lang="en-US" altLang="ko-KR" sz="1300" kern="1200" dirty="0"/>
            <a:t> </a:t>
          </a:r>
          <a:r>
            <a:rPr lang="ko-KR" altLang="en-US" sz="1300" kern="1200" dirty="0"/>
            <a:t>별 계획</a:t>
          </a:r>
          <a:endParaRPr lang="en-US" sz="1300" kern="1200" dirty="0"/>
        </a:p>
      </dsp:txBody>
      <dsp:txXfrm>
        <a:off x="18462" y="19524"/>
        <a:ext cx="3748692" cy="341268"/>
      </dsp:txXfrm>
    </dsp:sp>
    <dsp:sp modelId="{E3527D0B-E20B-4CE3-A647-3699744629B6}">
      <dsp:nvSpPr>
        <dsp:cNvPr id="0" name=""/>
        <dsp:cNvSpPr/>
      </dsp:nvSpPr>
      <dsp:spPr>
        <a:xfrm rot="5400000">
          <a:off x="6999331" y="-2777731"/>
          <a:ext cx="302553" cy="672998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100" kern="1200" dirty="0"/>
            <a:t>결과</a:t>
          </a:r>
          <a:r>
            <a:rPr lang="en-US" altLang="ko-KR" sz="1100" kern="1200" dirty="0"/>
            <a:t> : </a:t>
          </a:r>
          <a:r>
            <a:rPr lang="ko-KR" altLang="en-US" sz="1100" kern="1200" dirty="0"/>
            <a:t>게임 마당 리소스 수집 완료</a:t>
          </a:r>
          <a:r>
            <a:rPr lang="en-US" altLang="ko-KR" sz="1100" kern="1200" dirty="0"/>
            <a:t>/</a:t>
          </a:r>
          <a:r>
            <a:rPr lang="ko-KR" altLang="en-US" sz="1100" kern="1200" dirty="0"/>
            <a:t>분리는 필요한 것을 그때 맞춰서 하는 식으로 진행</a:t>
          </a:r>
          <a:r>
            <a:rPr lang="en-US" altLang="ko-KR" sz="1100" kern="1200" dirty="0"/>
            <a:t>. </a:t>
          </a:r>
          <a:r>
            <a:rPr lang="ko-KR" altLang="en-US" sz="1100" kern="1200" dirty="0"/>
            <a:t>진행률</a:t>
          </a:r>
          <a:r>
            <a:rPr lang="en-US" altLang="ko-KR" sz="1100" kern="1200" dirty="0"/>
            <a:t>:100%</a:t>
          </a:r>
          <a:endParaRPr lang="en-US" sz="1100" kern="1200" dirty="0"/>
        </a:p>
      </dsp:txBody>
      <dsp:txXfrm rot="-5400000">
        <a:off x="3785616" y="450753"/>
        <a:ext cx="6715215" cy="273015"/>
      </dsp:txXfrm>
    </dsp:sp>
    <dsp:sp modelId="{517DD1A5-0F8D-4403-9622-FBC58D82A654}">
      <dsp:nvSpPr>
        <dsp:cNvPr id="0" name=""/>
        <dsp:cNvSpPr/>
      </dsp:nvSpPr>
      <dsp:spPr>
        <a:xfrm>
          <a:off x="0" y="398164"/>
          <a:ext cx="3785616" cy="378192"/>
        </a:xfrm>
        <a:prstGeom prst="roundRect">
          <a:avLst/>
        </a:prstGeom>
        <a:gradFill rotWithShape="0">
          <a:gsLst>
            <a:gs pos="0">
              <a:schemeClr val="accent2">
                <a:hueOff val="644361"/>
                <a:satOff val="-1849"/>
                <a:lumOff val="-2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"/>
                <a:satOff val="-1849"/>
                <a:lumOff val="-2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"/>
                <a:satOff val="-1849"/>
                <a:lumOff val="-2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</a:t>
          </a:r>
          <a:r>
            <a:rPr lang="ko-KR" sz="900" kern="1200" dirty="0"/>
            <a:t>주</a:t>
          </a:r>
          <a:r>
            <a:rPr lang="en-US" altLang="ko-KR" sz="900" kern="1200" dirty="0"/>
            <a:t> – </a:t>
          </a:r>
          <a:r>
            <a:rPr lang="ko-KR" altLang="en-US" sz="900" kern="1200" dirty="0"/>
            <a:t>개발에 필요한 리소스 분리</a:t>
          </a:r>
          <a:r>
            <a:rPr lang="en-US" altLang="ko-KR" sz="900" kern="1200" dirty="0"/>
            <a:t>(</a:t>
          </a:r>
          <a:r>
            <a:rPr lang="ko-KR" altLang="en-US" sz="900" kern="1200" dirty="0"/>
            <a:t>게임마당 리소스</a:t>
          </a:r>
          <a:r>
            <a:rPr lang="en-US" altLang="ko-KR" sz="900" kern="1200" dirty="0"/>
            <a:t>)</a:t>
          </a:r>
          <a:r>
            <a:rPr lang="en-US" sz="600" kern="1200" dirty="0"/>
            <a:t>								</a:t>
          </a:r>
        </a:p>
      </dsp:txBody>
      <dsp:txXfrm>
        <a:off x="18462" y="416626"/>
        <a:ext cx="3748692" cy="341268"/>
      </dsp:txXfrm>
    </dsp:sp>
    <dsp:sp modelId="{76B55F9B-F884-4599-9A8B-C43DA94ED20B}">
      <dsp:nvSpPr>
        <dsp:cNvPr id="0" name=""/>
        <dsp:cNvSpPr/>
      </dsp:nvSpPr>
      <dsp:spPr>
        <a:xfrm rot="5400000">
          <a:off x="6999331" y="-2380629"/>
          <a:ext cx="302553" cy="6729984"/>
        </a:xfrm>
        <a:prstGeom prst="round2SameRect">
          <a:avLst/>
        </a:prstGeom>
        <a:solidFill>
          <a:schemeClr val="accent2">
            <a:tint val="40000"/>
            <a:alpha val="90000"/>
            <a:hueOff val="841840"/>
            <a:satOff val="-7779"/>
            <a:lumOff val="-8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841840"/>
              <a:satOff val="-7779"/>
              <a:lumOff val="-87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100" kern="1200" dirty="0"/>
            <a:t>결과</a:t>
          </a:r>
          <a:r>
            <a:rPr lang="en-US" altLang="ko-KR" sz="1100" kern="1200" dirty="0"/>
            <a:t> : </a:t>
          </a:r>
          <a:r>
            <a:rPr lang="ko-KR" altLang="en-US" sz="1100" kern="1200" dirty="0"/>
            <a:t>메인 화면 및 건물의 생성</a:t>
          </a:r>
          <a:r>
            <a:rPr lang="en-US" altLang="ko-KR" sz="1100" kern="1200" dirty="0"/>
            <a:t>, </a:t>
          </a:r>
          <a:r>
            <a:rPr lang="ko-KR" altLang="en-US" sz="1100" kern="1200" dirty="0"/>
            <a:t>플레이어의 이동을 구현함</a:t>
          </a:r>
          <a:r>
            <a:rPr lang="en-US" altLang="ko-KR" sz="1100" kern="1200" dirty="0"/>
            <a:t>. UI</a:t>
          </a:r>
          <a:r>
            <a:rPr lang="ko-KR" altLang="en-US" sz="1100" kern="1200" dirty="0"/>
            <a:t>는 </a:t>
          </a:r>
          <a:r>
            <a:rPr lang="en-US" altLang="ko-KR" sz="1100" kern="1200" dirty="0"/>
            <a:t>X, </a:t>
          </a:r>
          <a:r>
            <a:rPr lang="ko-KR" altLang="en-US" sz="1100" kern="1200" dirty="0"/>
            <a:t>이동 중 점프를 제거함</a:t>
          </a:r>
          <a:r>
            <a:rPr lang="en-US" altLang="ko-KR" sz="1100" kern="1200" dirty="0"/>
            <a:t>. </a:t>
          </a:r>
          <a:r>
            <a:rPr lang="ko-KR" altLang="en-US" sz="1100" kern="1200" dirty="0"/>
            <a:t>진행률</a:t>
          </a:r>
          <a:r>
            <a:rPr lang="en-US" altLang="ko-KR" sz="1100" kern="1200" dirty="0"/>
            <a:t>:100%</a:t>
          </a:r>
          <a:endParaRPr lang="en-US" sz="1100" kern="1200" dirty="0"/>
        </a:p>
      </dsp:txBody>
      <dsp:txXfrm rot="-5400000">
        <a:off x="3785616" y="847855"/>
        <a:ext cx="6715215" cy="273015"/>
      </dsp:txXfrm>
    </dsp:sp>
    <dsp:sp modelId="{C2D25FA3-2C4D-42A2-BEFA-2F3A5E79B02D}">
      <dsp:nvSpPr>
        <dsp:cNvPr id="0" name=""/>
        <dsp:cNvSpPr/>
      </dsp:nvSpPr>
      <dsp:spPr>
        <a:xfrm>
          <a:off x="0" y="795266"/>
          <a:ext cx="3785616" cy="378192"/>
        </a:xfrm>
        <a:prstGeom prst="roundRect">
          <a:avLst/>
        </a:prstGeom>
        <a:gradFill rotWithShape="0">
          <a:gsLst>
            <a:gs pos="0">
              <a:schemeClr val="accent2">
                <a:hueOff val="1288723"/>
                <a:satOff val="-3699"/>
                <a:lumOff val="-5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88723"/>
                <a:satOff val="-3699"/>
                <a:lumOff val="-5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88723"/>
                <a:satOff val="-3699"/>
                <a:lumOff val="-5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26670" bIns="13335" numCol="1" spcCol="1270" anchor="ctr" anchorCtr="0">
          <a:noAutofit/>
        </a:bodyPr>
        <a:lstStyle/>
        <a:p>
          <a:pPr marL="0" lvl="0" indent="0" algn="l" defTabSz="2889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" kern="1200" dirty="0"/>
            <a:t>2</a:t>
          </a:r>
          <a:r>
            <a:rPr lang="ko-KR" sz="650" kern="1200" dirty="0"/>
            <a:t>주</a:t>
          </a:r>
          <a:r>
            <a:rPr lang="en-US" altLang="ko-KR" sz="650" kern="1200" dirty="0"/>
            <a:t> – </a:t>
          </a:r>
          <a:r>
            <a:rPr lang="ko-KR" altLang="en-US" sz="650" kern="1200" dirty="0"/>
            <a:t>기본 게임 루프 구현</a:t>
          </a:r>
          <a:r>
            <a:rPr lang="en-US" altLang="ko-KR" sz="650" kern="1200" dirty="0"/>
            <a:t>(</a:t>
          </a:r>
          <a:r>
            <a:rPr lang="ko-KR" altLang="en-US" sz="650" kern="1200" dirty="0"/>
            <a:t>메인 화면 및 건물의 생성</a:t>
          </a:r>
          <a:r>
            <a:rPr lang="en-US" altLang="ko-KR" sz="650" kern="1200" dirty="0"/>
            <a:t>, </a:t>
          </a:r>
          <a:r>
            <a:rPr lang="ko-KR" altLang="en-US" sz="650" kern="1200" dirty="0"/>
            <a:t>플레이어의 이동</a:t>
          </a:r>
          <a:r>
            <a:rPr lang="en-US" altLang="ko-KR" sz="650" kern="1200" dirty="0"/>
            <a:t>)</a:t>
          </a:r>
        </a:p>
        <a:p>
          <a:pPr marL="0" lvl="0" indent="0" algn="l" defTabSz="2889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" kern="1200" dirty="0"/>
            <a:t>(</a:t>
          </a:r>
          <a:r>
            <a:rPr lang="ko-KR" altLang="en-US" sz="650" kern="1200" dirty="0"/>
            <a:t>수정</a:t>
          </a:r>
          <a:r>
            <a:rPr lang="en-US" altLang="ko-KR" sz="650" kern="1200" dirty="0"/>
            <a:t>) </a:t>
          </a:r>
          <a:r>
            <a:rPr lang="ko-KR" altLang="en-US" sz="650" kern="1200" dirty="0"/>
            <a:t>플레이어의 이동 중 점프 제거</a:t>
          </a:r>
          <a:r>
            <a:rPr lang="en-US" sz="600" kern="1200" dirty="0"/>
            <a:t>							</a:t>
          </a:r>
        </a:p>
      </dsp:txBody>
      <dsp:txXfrm>
        <a:off x="18462" y="813728"/>
        <a:ext cx="3748692" cy="341268"/>
      </dsp:txXfrm>
    </dsp:sp>
    <dsp:sp modelId="{127C22D7-FC10-4A2C-9549-03B3DEF985C9}">
      <dsp:nvSpPr>
        <dsp:cNvPr id="0" name=""/>
        <dsp:cNvSpPr/>
      </dsp:nvSpPr>
      <dsp:spPr>
        <a:xfrm rot="5400000">
          <a:off x="6999331" y="-1983527"/>
          <a:ext cx="302553" cy="6729984"/>
        </a:xfrm>
        <a:prstGeom prst="round2SameRect">
          <a:avLst/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100" kern="1200" dirty="0"/>
            <a:t>결과</a:t>
          </a:r>
          <a:r>
            <a:rPr lang="en-US" altLang="ko-KR" sz="1100" kern="1200" dirty="0"/>
            <a:t> : </a:t>
          </a:r>
          <a:r>
            <a:rPr lang="ko-KR" altLang="en-US" sz="1100" kern="1200" dirty="0"/>
            <a:t>칼 휘두르기 공격</a:t>
          </a:r>
          <a:r>
            <a:rPr lang="en-US" altLang="ko-KR" sz="1100" kern="1200" dirty="0"/>
            <a:t>/</a:t>
          </a:r>
          <a:r>
            <a:rPr lang="ko-KR" altLang="en-US" sz="1100" kern="1200" dirty="0"/>
            <a:t>방어 구현</a:t>
          </a:r>
          <a:r>
            <a:rPr lang="en-US" altLang="ko-KR" sz="1100" kern="1200" dirty="0"/>
            <a:t>, </a:t>
          </a:r>
          <a:r>
            <a:rPr lang="ko-KR" altLang="en-US" sz="1100" kern="1200" dirty="0"/>
            <a:t>건물과의 충돌 판정을 구현함</a:t>
          </a:r>
          <a:r>
            <a:rPr lang="en-US" altLang="ko-KR" sz="1100" kern="1200" dirty="0"/>
            <a:t>. </a:t>
          </a:r>
          <a:r>
            <a:rPr lang="ko-KR" altLang="en-US" sz="1100" kern="1200" dirty="0"/>
            <a:t>칼 스킬은 </a:t>
          </a:r>
          <a:r>
            <a:rPr lang="en-US" altLang="ko-KR" sz="1100" kern="1200" dirty="0"/>
            <a:t>X. </a:t>
          </a:r>
          <a:r>
            <a:rPr lang="ko-KR" altLang="en-US" sz="1100" kern="1200" dirty="0"/>
            <a:t>진행률</a:t>
          </a:r>
          <a:r>
            <a:rPr lang="en-US" altLang="ko-KR" sz="1100" kern="1200" dirty="0"/>
            <a:t>: 80%</a:t>
          </a:r>
          <a:endParaRPr lang="en-US" sz="1100" kern="1200" dirty="0"/>
        </a:p>
      </dsp:txBody>
      <dsp:txXfrm rot="-5400000">
        <a:off x="3785616" y="1244957"/>
        <a:ext cx="6715215" cy="273015"/>
      </dsp:txXfrm>
    </dsp:sp>
    <dsp:sp modelId="{3DDE799A-FDB5-471A-90C1-60F6FED3DF6D}">
      <dsp:nvSpPr>
        <dsp:cNvPr id="0" name=""/>
        <dsp:cNvSpPr/>
      </dsp:nvSpPr>
      <dsp:spPr>
        <a:xfrm>
          <a:off x="0" y="1192368"/>
          <a:ext cx="3785616" cy="378192"/>
        </a:xfrm>
        <a:prstGeom prst="roundRect">
          <a:avLst/>
        </a:prstGeom>
        <a:gradFill rotWithShape="0">
          <a:gsLst>
            <a:gs pos="0">
              <a:schemeClr val="accent2">
                <a:hueOff val="1933084"/>
                <a:satOff val="-5548"/>
                <a:lumOff val="-8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933084"/>
                <a:satOff val="-5548"/>
                <a:lumOff val="-8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933084"/>
                <a:satOff val="-5548"/>
                <a:lumOff val="-8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26670" bIns="13335" numCol="1" spcCol="1270" anchor="ctr" anchorCtr="0">
          <a:noAutofit/>
        </a:bodyPr>
        <a:lstStyle/>
        <a:p>
          <a:pPr marL="0" lvl="0" indent="0" algn="l" defTabSz="2889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" kern="1200" dirty="0"/>
            <a:t>3</a:t>
          </a:r>
          <a:r>
            <a:rPr lang="ko-KR" sz="650" kern="1200" dirty="0"/>
            <a:t>주</a:t>
          </a:r>
          <a:r>
            <a:rPr lang="en-US" altLang="ko-KR" sz="650" kern="1200" dirty="0"/>
            <a:t> – </a:t>
          </a:r>
          <a:r>
            <a:rPr lang="ko-KR" altLang="en-US" sz="650" kern="1200" dirty="0"/>
            <a:t>칼 휘두르기 공격</a:t>
          </a:r>
          <a:r>
            <a:rPr lang="en-US" altLang="ko-KR" sz="650" kern="1200" dirty="0"/>
            <a:t>/</a:t>
          </a:r>
          <a:r>
            <a:rPr lang="ko-KR" altLang="en-US" sz="650" kern="1200" dirty="0"/>
            <a:t>방어</a:t>
          </a:r>
          <a:r>
            <a:rPr lang="en-US" altLang="ko-KR" sz="650" kern="1200" dirty="0"/>
            <a:t>/</a:t>
          </a:r>
          <a:r>
            <a:rPr lang="ko-KR" altLang="en-US" sz="650" kern="1200" dirty="0"/>
            <a:t>스킬 및 건물과의 충돌 판정 구현</a:t>
          </a:r>
          <a:endParaRPr lang="en-US" altLang="ko-KR" sz="650" kern="1200" dirty="0"/>
        </a:p>
        <a:p>
          <a:pPr marL="0" lvl="0" indent="0" algn="l" defTabSz="2889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" kern="1200" dirty="0"/>
            <a:t>(</a:t>
          </a:r>
          <a:r>
            <a:rPr lang="ko-KR" altLang="en-US" sz="650" kern="1200" dirty="0"/>
            <a:t>수정</a:t>
          </a:r>
          <a:r>
            <a:rPr lang="en-US" altLang="ko-KR" sz="650" kern="1200" dirty="0"/>
            <a:t>)</a:t>
          </a:r>
          <a:r>
            <a:rPr lang="ko-KR" altLang="en-US" sz="650" kern="1200" dirty="0"/>
            <a:t>칼 스킬을 후에 제작하는 것으로 수정</a:t>
          </a:r>
          <a:r>
            <a:rPr lang="en-US" sz="800" kern="1200" dirty="0"/>
            <a:t>	</a:t>
          </a:r>
          <a:r>
            <a:rPr lang="en-US" sz="600" kern="1200" dirty="0"/>
            <a:t>						</a:t>
          </a:r>
        </a:p>
      </dsp:txBody>
      <dsp:txXfrm>
        <a:off x="18462" y="1210830"/>
        <a:ext cx="3748692" cy="341268"/>
      </dsp:txXfrm>
    </dsp:sp>
    <dsp:sp modelId="{96063734-F488-4EF6-8B4A-4AC746BA3C53}">
      <dsp:nvSpPr>
        <dsp:cNvPr id="0" name=""/>
        <dsp:cNvSpPr/>
      </dsp:nvSpPr>
      <dsp:spPr>
        <a:xfrm rot="5400000">
          <a:off x="6999331" y="-1586425"/>
          <a:ext cx="302553" cy="6729984"/>
        </a:xfrm>
        <a:prstGeom prst="round2SameRect">
          <a:avLst/>
        </a:prstGeom>
        <a:solidFill>
          <a:schemeClr val="accent2">
            <a:tint val="40000"/>
            <a:alpha val="90000"/>
            <a:hueOff val="2525519"/>
            <a:satOff val="-23337"/>
            <a:lumOff val="-263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525519"/>
              <a:satOff val="-23337"/>
              <a:lumOff val="-263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100" kern="1200" dirty="0"/>
            <a:t>결과</a:t>
          </a:r>
          <a:r>
            <a:rPr lang="en-US" altLang="ko-KR" sz="1100" kern="1200" dirty="0"/>
            <a:t> : </a:t>
          </a:r>
          <a:r>
            <a:rPr lang="ko-KR" altLang="en-US" sz="1100" kern="1200" dirty="0"/>
            <a:t>점수 시스템</a:t>
          </a:r>
          <a:r>
            <a:rPr lang="en-US" altLang="ko-KR" sz="1100" kern="1200" dirty="0"/>
            <a:t>, </a:t>
          </a:r>
          <a:r>
            <a:rPr lang="ko-KR" altLang="en-US" sz="1100" kern="1200" dirty="0"/>
            <a:t>건물의 속도 증가를 구현 및 적용</a:t>
          </a:r>
          <a:r>
            <a:rPr lang="en-US" altLang="ko-KR" sz="1100" kern="1200" dirty="0"/>
            <a:t>. </a:t>
          </a:r>
          <a:r>
            <a:rPr lang="ko-KR" altLang="en-US" sz="1100" kern="1200" dirty="0"/>
            <a:t>진행률 </a:t>
          </a:r>
          <a:r>
            <a:rPr lang="en-US" altLang="ko-KR" sz="1100" kern="1200" dirty="0"/>
            <a:t>: 100%</a:t>
          </a:r>
          <a:endParaRPr lang="en-US" sz="1100" kern="1200" dirty="0"/>
        </a:p>
      </dsp:txBody>
      <dsp:txXfrm rot="-5400000">
        <a:off x="3785616" y="1642059"/>
        <a:ext cx="6715215" cy="273015"/>
      </dsp:txXfrm>
    </dsp:sp>
    <dsp:sp modelId="{BB0D3A0E-61C6-4160-8E45-B254E2C96B52}">
      <dsp:nvSpPr>
        <dsp:cNvPr id="0" name=""/>
        <dsp:cNvSpPr/>
      </dsp:nvSpPr>
      <dsp:spPr>
        <a:xfrm>
          <a:off x="0" y="1589470"/>
          <a:ext cx="3785616" cy="378192"/>
        </a:xfrm>
        <a:prstGeom prst="roundRect">
          <a:avLst/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4</a:t>
          </a:r>
          <a:r>
            <a:rPr lang="ko-KR" sz="900" kern="1200" dirty="0"/>
            <a:t>주</a:t>
          </a:r>
          <a:r>
            <a:rPr lang="en-US" altLang="ko-KR" sz="900" kern="1200" dirty="0"/>
            <a:t> – </a:t>
          </a:r>
          <a:r>
            <a:rPr lang="ko-KR" altLang="en-US" sz="900" kern="1200" dirty="0"/>
            <a:t>점수 시스템</a:t>
          </a:r>
          <a:r>
            <a:rPr lang="en-US" altLang="ko-KR" sz="900" kern="1200" dirty="0"/>
            <a:t>, </a:t>
          </a:r>
          <a:r>
            <a:rPr lang="ko-KR" altLang="en-US" sz="900" kern="1200" dirty="0"/>
            <a:t>건물의 속도 증가 적용</a:t>
          </a:r>
          <a:r>
            <a:rPr lang="en-US" sz="600" kern="1200" dirty="0"/>
            <a:t>						</a:t>
          </a:r>
        </a:p>
      </dsp:txBody>
      <dsp:txXfrm>
        <a:off x="18462" y="1607932"/>
        <a:ext cx="3748692" cy="341268"/>
      </dsp:txXfrm>
    </dsp:sp>
    <dsp:sp modelId="{598195E5-8DE2-4C85-BE36-FC2D1EE5DB12}">
      <dsp:nvSpPr>
        <dsp:cNvPr id="0" name=""/>
        <dsp:cNvSpPr/>
      </dsp:nvSpPr>
      <dsp:spPr>
        <a:xfrm rot="5400000">
          <a:off x="6999331" y="-1189322"/>
          <a:ext cx="302553" cy="6729984"/>
        </a:xfrm>
        <a:prstGeom prst="round2Same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100" kern="1200" dirty="0"/>
            <a:t>결과</a:t>
          </a:r>
          <a:r>
            <a:rPr lang="en-US" altLang="ko-KR" sz="1100" kern="1200" dirty="0"/>
            <a:t> : </a:t>
          </a:r>
          <a:r>
            <a:rPr lang="ko-KR" altLang="en-US" sz="1100" kern="1200" dirty="0"/>
            <a:t>게임 오버 화면 및 재시작 구현 진행률</a:t>
          </a:r>
          <a:r>
            <a:rPr lang="en-US" altLang="ko-KR" sz="1100" kern="1200" dirty="0"/>
            <a:t>:100%</a:t>
          </a:r>
          <a:endParaRPr lang="en-US" sz="1100" kern="1200" dirty="0"/>
        </a:p>
      </dsp:txBody>
      <dsp:txXfrm rot="-5400000">
        <a:off x="3785616" y="2039162"/>
        <a:ext cx="6715215" cy="273015"/>
      </dsp:txXfrm>
    </dsp:sp>
    <dsp:sp modelId="{17DE509D-B9F9-441A-AE06-152995449AEB}">
      <dsp:nvSpPr>
        <dsp:cNvPr id="0" name=""/>
        <dsp:cNvSpPr/>
      </dsp:nvSpPr>
      <dsp:spPr>
        <a:xfrm>
          <a:off x="0" y="1986572"/>
          <a:ext cx="3785616" cy="378192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5</a:t>
          </a:r>
          <a:r>
            <a:rPr lang="ko-KR" sz="900" kern="1200" dirty="0"/>
            <a:t>주</a:t>
          </a:r>
          <a:r>
            <a:rPr lang="en-US" altLang="ko-KR" sz="900" kern="1200" dirty="0"/>
            <a:t> – </a:t>
          </a:r>
          <a:r>
            <a:rPr lang="ko-KR" altLang="en-US" sz="900" kern="1200" dirty="0"/>
            <a:t>게임 오버 화면 및 재시작 로직 구현</a:t>
          </a:r>
          <a:r>
            <a:rPr lang="en-US" sz="600" kern="1200" dirty="0"/>
            <a:t>							</a:t>
          </a:r>
        </a:p>
      </dsp:txBody>
      <dsp:txXfrm>
        <a:off x="18462" y="2005034"/>
        <a:ext cx="3748692" cy="341268"/>
      </dsp:txXfrm>
    </dsp:sp>
    <dsp:sp modelId="{500104D7-1E87-4E06-B1C5-8518288FB708}">
      <dsp:nvSpPr>
        <dsp:cNvPr id="0" name=""/>
        <dsp:cNvSpPr/>
      </dsp:nvSpPr>
      <dsp:spPr>
        <a:xfrm rot="5400000">
          <a:off x="6999331" y="-792220"/>
          <a:ext cx="302553" cy="6729984"/>
        </a:xfrm>
        <a:prstGeom prst="round2SameRect">
          <a:avLst/>
        </a:prstGeom>
        <a:solidFill>
          <a:schemeClr val="accent2">
            <a:tint val="40000"/>
            <a:alpha val="90000"/>
            <a:hueOff val="4209199"/>
            <a:satOff val="-38895"/>
            <a:lumOff val="-438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209199"/>
              <a:satOff val="-38895"/>
              <a:lumOff val="-438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100" kern="1200" dirty="0"/>
            <a:t>결과</a:t>
          </a:r>
          <a:r>
            <a:rPr lang="en-US" altLang="ko-KR" sz="1100" kern="1200" dirty="0"/>
            <a:t> : </a:t>
          </a:r>
          <a:endParaRPr lang="en-US" sz="1100" kern="1200" dirty="0"/>
        </a:p>
      </dsp:txBody>
      <dsp:txXfrm rot="-5400000">
        <a:off x="3785616" y="2436264"/>
        <a:ext cx="6715215" cy="273015"/>
      </dsp:txXfrm>
    </dsp:sp>
    <dsp:sp modelId="{069657A4-158E-4899-B1D9-E071E3C3AF12}">
      <dsp:nvSpPr>
        <dsp:cNvPr id="0" name=""/>
        <dsp:cNvSpPr/>
      </dsp:nvSpPr>
      <dsp:spPr>
        <a:xfrm>
          <a:off x="0" y="2383674"/>
          <a:ext cx="3785616" cy="378192"/>
        </a:xfrm>
        <a:prstGeom prst="roundRect">
          <a:avLst/>
        </a:prstGeom>
        <a:gradFill rotWithShape="0">
          <a:gsLst>
            <a:gs pos="0">
              <a:schemeClr val="accent2">
                <a:hueOff val="3866169"/>
                <a:satOff val="-11096"/>
                <a:lumOff val="-1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66169"/>
                <a:satOff val="-11096"/>
                <a:lumOff val="-1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66169"/>
                <a:satOff val="-11096"/>
                <a:lumOff val="-1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6</a:t>
          </a:r>
          <a:r>
            <a:rPr lang="ko-KR" sz="900" kern="1200" dirty="0"/>
            <a:t>주</a:t>
          </a:r>
          <a:r>
            <a:rPr lang="en-US" altLang="ko-KR" sz="900" kern="1200" dirty="0"/>
            <a:t> – </a:t>
          </a:r>
          <a:r>
            <a:rPr lang="ko-KR" altLang="en-US" sz="900" kern="1200" dirty="0"/>
            <a:t>화면에 기본적인 </a:t>
          </a:r>
          <a:r>
            <a:rPr lang="en-US" altLang="ko-KR" sz="900" kern="1200" dirty="0"/>
            <a:t>UI </a:t>
          </a:r>
          <a:r>
            <a:rPr lang="ko-KR" altLang="en-US" sz="900" kern="1200" dirty="0"/>
            <a:t>생성 </a:t>
          </a:r>
          <a:r>
            <a:rPr lang="en-US" altLang="ko-KR" sz="900" kern="1200" dirty="0"/>
            <a:t>(</a:t>
          </a:r>
          <a:r>
            <a:rPr lang="ko-KR" altLang="en-US" sz="900" kern="1200" dirty="0"/>
            <a:t>시작화면</a:t>
          </a:r>
          <a:r>
            <a:rPr lang="en-US" altLang="ko-KR" sz="900" kern="1200" dirty="0"/>
            <a:t>, </a:t>
          </a:r>
          <a:r>
            <a:rPr lang="ko-KR" altLang="en-US" sz="900" kern="1200" dirty="0"/>
            <a:t>종료화면</a:t>
          </a:r>
          <a:r>
            <a:rPr lang="en-US" altLang="ko-KR" sz="900" kern="1200" dirty="0"/>
            <a:t>, </a:t>
          </a:r>
          <a:r>
            <a:rPr lang="ko-KR" altLang="en-US" sz="900" kern="1200" dirty="0" err="1"/>
            <a:t>점수판</a:t>
          </a:r>
          <a:r>
            <a:rPr lang="en-US" altLang="ko-KR" sz="700" kern="1200" dirty="0"/>
            <a:t>)</a:t>
          </a:r>
          <a:r>
            <a:rPr lang="en-US" sz="700" kern="1200" dirty="0"/>
            <a:t>							</a:t>
          </a:r>
        </a:p>
      </dsp:txBody>
      <dsp:txXfrm>
        <a:off x="18462" y="2402136"/>
        <a:ext cx="3748692" cy="341268"/>
      </dsp:txXfrm>
    </dsp:sp>
    <dsp:sp modelId="{9A61703D-105C-4617-A104-3FA143ADDC90}">
      <dsp:nvSpPr>
        <dsp:cNvPr id="0" name=""/>
        <dsp:cNvSpPr/>
      </dsp:nvSpPr>
      <dsp:spPr>
        <a:xfrm rot="5400000">
          <a:off x="6999331" y="-395118"/>
          <a:ext cx="302553" cy="6729984"/>
        </a:xfrm>
        <a:prstGeom prst="round2Same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100" kern="1200" dirty="0"/>
            <a:t>결과</a:t>
          </a:r>
          <a:r>
            <a:rPr lang="en-US" altLang="ko-KR" sz="1100" kern="1200" dirty="0"/>
            <a:t> : </a:t>
          </a:r>
          <a:r>
            <a:rPr lang="ko-KR" altLang="en-US" sz="1100" kern="1200" dirty="0"/>
            <a:t>칼 스킬은 카메라 확대</a:t>
          </a:r>
          <a:r>
            <a:rPr lang="en-US" altLang="ko-KR" sz="1100" kern="1200" dirty="0"/>
            <a:t>/</a:t>
          </a:r>
          <a:r>
            <a:rPr lang="ko-KR" altLang="en-US" sz="1100" kern="1200" dirty="0"/>
            <a:t>축소가 필요할 것 같아 후에 배치함</a:t>
          </a:r>
          <a:r>
            <a:rPr lang="en-US" altLang="ko-KR" sz="1100" kern="1200" dirty="0"/>
            <a:t>.  </a:t>
          </a:r>
          <a:endParaRPr lang="en-US" sz="1100" kern="1200" dirty="0"/>
        </a:p>
      </dsp:txBody>
      <dsp:txXfrm rot="-5400000">
        <a:off x="3785616" y="2833366"/>
        <a:ext cx="6715215" cy="273015"/>
      </dsp:txXfrm>
    </dsp:sp>
    <dsp:sp modelId="{E2B1A4EC-1ECB-4A3F-8675-FF91BB45B3AB}">
      <dsp:nvSpPr>
        <dsp:cNvPr id="0" name=""/>
        <dsp:cNvSpPr/>
      </dsp:nvSpPr>
      <dsp:spPr>
        <a:xfrm>
          <a:off x="0" y="2780776"/>
          <a:ext cx="3785616" cy="378192"/>
        </a:xfrm>
        <a:prstGeom prst="roundRect">
          <a:avLst/>
        </a:prstGeom>
        <a:gradFill rotWithShape="0">
          <a:gsLst>
            <a:gs pos="0">
              <a:schemeClr val="accent2">
                <a:hueOff val="4510529"/>
                <a:satOff val="-12945"/>
                <a:lumOff val="-207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510529"/>
                <a:satOff val="-12945"/>
                <a:lumOff val="-207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510529"/>
                <a:satOff val="-12945"/>
                <a:lumOff val="-207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7</a:t>
          </a:r>
          <a:r>
            <a:rPr lang="ko-KR" sz="900" kern="1200" dirty="0"/>
            <a:t>주 </a:t>
          </a:r>
          <a:r>
            <a:rPr lang="en-US" altLang="ko-KR" sz="900" kern="1200" dirty="0"/>
            <a:t> - </a:t>
          </a:r>
          <a:r>
            <a:rPr lang="ko-KR" altLang="en-US" sz="900" kern="1200" dirty="0"/>
            <a:t>효과음</a:t>
          </a:r>
          <a:r>
            <a:rPr lang="en-US" altLang="ko-KR" sz="900" kern="1200" dirty="0"/>
            <a:t>, </a:t>
          </a:r>
          <a:r>
            <a:rPr lang="ko-KR" altLang="en-US" sz="900" kern="1200" dirty="0"/>
            <a:t>파괴 애니메이션</a:t>
          </a:r>
          <a:r>
            <a:rPr lang="en-US" altLang="ko-KR" sz="900" kern="1200" dirty="0"/>
            <a:t>, </a:t>
          </a:r>
          <a:r>
            <a:rPr lang="ko-KR" altLang="en-US" sz="900" kern="1200" dirty="0"/>
            <a:t>콤보 시스템 추가</a:t>
          </a:r>
          <a:r>
            <a:rPr lang="en-US" altLang="ko-KR" sz="900" kern="1200" dirty="0"/>
            <a:t>, </a:t>
          </a:r>
          <a:r>
            <a:rPr lang="en-US" sz="900" kern="1200" dirty="0"/>
            <a:t>(</a:t>
          </a:r>
          <a:r>
            <a:rPr lang="ko-KR" altLang="en-US" sz="900" kern="1200" dirty="0"/>
            <a:t>추가</a:t>
          </a:r>
          <a:r>
            <a:rPr lang="en-US" altLang="ko-KR" sz="900" kern="1200" dirty="0"/>
            <a:t>)</a:t>
          </a:r>
          <a:r>
            <a:rPr lang="ko-KR" altLang="en-US" sz="900" kern="1200" dirty="0"/>
            <a:t>칼 스킬 구현</a:t>
          </a:r>
          <a:r>
            <a:rPr lang="en-US" sz="700" kern="1200" dirty="0"/>
            <a:t>							</a:t>
          </a:r>
        </a:p>
      </dsp:txBody>
      <dsp:txXfrm>
        <a:off x="18462" y="2799238"/>
        <a:ext cx="3748692" cy="341268"/>
      </dsp:txXfrm>
    </dsp:sp>
    <dsp:sp modelId="{A493F8BE-5384-49D7-8A68-A9AAA4415828}">
      <dsp:nvSpPr>
        <dsp:cNvPr id="0" name=""/>
        <dsp:cNvSpPr/>
      </dsp:nvSpPr>
      <dsp:spPr>
        <a:xfrm rot="5400000">
          <a:off x="6999331" y="1983"/>
          <a:ext cx="302553" cy="6729984"/>
        </a:xfrm>
        <a:prstGeom prst="round2SameRect">
          <a:avLst/>
        </a:prstGeom>
        <a:solidFill>
          <a:schemeClr val="accent2">
            <a:tint val="40000"/>
            <a:alpha val="90000"/>
            <a:hueOff val="5892878"/>
            <a:satOff val="-54453"/>
            <a:lumOff val="-613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892878"/>
              <a:satOff val="-54453"/>
              <a:lumOff val="-613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100" kern="1200"/>
            <a:t>결과</a:t>
          </a:r>
          <a:endParaRPr lang="en-US" sz="1100" kern="1200"/>
        </a:p>
      </dsp:txBody>
      <dsp:txXfrm rot="-5400000">
        <a:off x="3785616" y="3230468"/>
        <a:ext cx="6715215" cy="273015"/>
      </dsp:txXfrm>
    </dsp:sp>
    <dsp:sp modelId="{9D125DEC-47B8-4E67-8D24-0F47B5739E30}">
      <dsp:nvSpPr>
        <dsp:cNvPr id="0" name=""/>
        <dsp:cNvSpPr/>
      </dsp:nvSpPr>
      <dsp:spPr>
        <a:xfrm>
          <a:off x="0" y="3177879"/>
          <a:ext cx="3785616" cy="378192"/>
        </a:xfrm>
        <a:prstGeom prst="roundRect">
          <a:avLst/>
        </a:prstGeom>
        <a:gradFill rotWithShape="0">
          <a:gsLst>
            <a:gs pos="0">
              <a:schemeClr val="accent2">
                <a:hueOff val="5154891"/>
                <a:satOff val="-14794"/>
                <a:lumOff val="-23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54891"/>
                <a:satOff val="-14794"/>
                <a:lumOff val="-23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54891"/>
                <a:satOff val="-14794"/>
                <a:lumOff val="-23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8</a:t>
          </a:r>
          <a:r>
            <a:rPr lang="ko-KR" sz="900" kern="1200" dirty="0"/>
            <a:t>주 </a:t>
          </a:r>
          <a:r>
            <a:rPr lang="en-US" altLang="ko-KR" sz="900" kern="1200" dirty="0"/>
            <a:t>– </a:t>
          </a:r>
          <a:r>
            <a:rPr lang="ko-KR" altLang="en-US" sz="900" kern="1200" dirty="0"/>
            <a:t>여러 칼 애니메이션 구현 및 버그 수정</a:t>
          </a:r>
          <a:r>
            <a:rPr lang="en-US" sz="700" kern="1200" dirty="0"/>
            <a:t>							</a:t>
          </a:r>
        </a:p>
      </dsp:txBody>
      <dsp:txXfrm>
        <a:off x="18462" y="3196341"/>
        <a:ext cx="3748692" cy="341268"/>
      </dsp:txXfrm>
    </dsp:sp>
    <dsp:sp modelId="{C9BF7B72-A276-4F60-B31D-BEF49A940041}">
      <dsp:nvSpPr>
        <dsp:cNvPr id="0" name=""/>
        <dsp:cNvSpPr/>
      </dsp:nvSpPr>
      <dsp:spPr>
        <a:xfrm rot="5400000">
          <a:off x="6999331" y="399085"/>
          <a:ext cx="302553" cy="6729984"/>
        </a:xfrm>
        <a:prstGeom prst="round2Same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100" kern="1200"/>
            <a:t>결과</a:t>
          </a:r>
          <a:endParaRPr lang="en-US" sz="1100" kern="1200"/>
        </a:p>
      </dsp:txBody>
      <dsp:txXfrm rot="-5400000">
        <a:off x="3785616" y="3627570"/>
        <a:ext cx="6715215" cy="273015"/>
      </dsp:txXfrm>
    </dsp:sp>
    <dsp:sp modelId="{C4387AEE-954C-4B8C-91C9-3A2C2FB30C22}">
      <dsp:nvSpPr>
        <dsp:cNvPr id="0" name=""/>
        <dsp:cNvSpPr/>
      </dsp:nvSpPr>
      <dsp:spPr>
        <a:xfrm>
          <a:off x="0" y="3574981"/>
          <a:ext cx="3785616" cy="378192"/>
        </a:xfrm>
        <a:prstGeom prst="roundRect">
          <a:avLst/>
        </a:prstGeom>
        <a:gradFill rotWithShape="0">
          <a:gsLst>
            <a:gs pos="0">
              <a:schemeClr val="accent2">
                <a:hueOff val="5799252"/>
                <a:satOff val="-16644"/>
                <a:lumOff val="-2664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799252"/>
                <a:satOff val="-16644"/>
                <a:lumOff val="-2664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799252"/>
                <a:satOff val="-16644"/>
                <a:lumOff val="-2664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9</a:t>
          </a:r>
          <a:r>
            <a:rPr lang="ko-KR" sz="900" kern="1200" dirty="0"/>
            <a:t>주 </a:t>
          </a:r>
          <a:r>
            <a:rPr lang="en-US" altLang="ko-KR" sz="900" kern="1200" dirty="0"/>
            <a:t>– </a:t>
          </a:r>
          <a:r>
            <a:rPr lang="ko-KR" altLang="en-US" sz="900" kern="1200" dirty="0"/>
            <a:t>버그 수정 및 발표 자료 제작</a:t>
          </a:r>
          <a:r>
            <a:rPr lang="en-US" sz="700" kern="1200" dirty="0"/>
            <a:t>							</a:t>
          </a:r>
        </a:p>
      </dsp:txBody>
      <dsp:txXfrm>
        <a:off x="18462" y="3593443"/>
        <a:ext cx="3748692" cy="341268"/>
      </dsp:txXfrm>
    </dsp:sp>
    <dsp:sp modelId="{65973113-F25C-4640-AB6D-55C5CF667872}">
      <dsp:nvSpPr>
        <dsp:cNvPr id="0" name=""/>
        <dsp:cNvSpPr/>
      </dsp:nvSpPr>
      <dsp:spPr>
        <a:xfrm>
          <a:off x="3802461" y="0"/>
          <a:ext cx="6663516" cy="378192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300" kern="1200" dirty="0"/>
            <a:t>결과</a:t>
          </a:r>
          <a:r>
            <a:rPr lang="en-US" altLang="ko-KR" sz="1300" kern="1200" dirty="0"/>
            <a:t>/</a:t>
          </a:r>
          <a:r>
            <a:rPr lang="ko-KR" altLang="en-US" sz="1300" kern="1200" dirty="0"/>
            <a:t>진행률                         평균 진행률 </a:t>
          </a:r>
          <a:r>
            <a:rPr lang="en-US" altLang="ko-KR" sz="1300" kern="1200" dirty="0"/>
            <a:t>: 96%</a:t>
          </a:r>
          <a:endParaRPr lang="en-US" sz="1300" kern="1200" dirty="0"/>
        </a:p>
      </dsp:txBody>
      <dsp:txXfrm>
        <a:off x="3820923" y="18462"/>
        <a:ext cx="6626592" cy="3412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8F283-24EE-3112-90C7-9E3D322A0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DDA250-A988-4229-5954-43B1D0324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5995DA-0DCE-BEC8-20DF-0EF262E45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F098-4716-4C5B-94BC-F186F00619F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274F08-15F8-7CF2-B6AB-969A6543C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4CC47F-1B87-E2E9-AB9E-17835DDD5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7C245-9202-4C8A-8652-33DF0CD8B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50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492494-6CC3-2808-CD8E-4AA7DEEBD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700770-6654-1546-F4B7-30A195940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50FF62-7748-3031-CBC5-CFCF7AD54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F098-4716-4C5B-94BC-F186F00619F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EA3902-1A12-1E33-59E5-60E12E0DE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54A411-1C3C-DE7A-2855-FBEC7FB2F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7C245-9202-4C8A-8652-33DF0CD8B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448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029BFF-866D-45FC-03BA-BAB6A49D6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35BFD8-1373-8ACC-3D89-DAE80879C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5FCE55-2AFD-D9F6-632B-38D14EE09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F098-4716-4C5B-94BC-F186F00619F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81D0E9-9708-1755-93FA-A86537926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6EB1EB-9493-6AF6-8709-DAABE302C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7C245-9202-4C8A-8652-33DF0CD8B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581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47C3A0-CF49-1E33-E922-43DB0EE48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1D9FB0-049F-E104-1920-6C5473685F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6741C4-232D-C0F5-EAFC-F72C0366A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863765-6119-4E42-94E9-BA96C6687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F098-4716-4C5B-94BC-F186F00619F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A7F0F6-9B20-9EDB-B182-DD4D2B88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8B0B3C-21C7-48A6-199B-6151B6127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7C245-9202-4C8A-8652-33DF0CD8B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7366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22FA1-F7CD-9921-BA83-FDD75A06A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5C28F2-55A2-1389-0274-A8E2D9CA0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FEFD4A-FC81-5559-6575-9C44789A3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B5D4C1-3BD7-1A2F-B330-3392B1BB2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F5585B-39CA-81A9-6D8D-6C02DD7A79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24811F-D919-087C-FF12-A6E26D27B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F098-4716-4C5B-94BC-F186F00619F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79B713E-0D49-AA21-E60C-4D493CC57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F81C820-391F-D19D-4188-73095FFFE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7C245-9202-4C8A-8652-33DF0CD8B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750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F92790-F343-918A-3029-2EB14893C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46F6022-FD4D-8DC1-0313-6E9C7543E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F098-4716-4C5B-94BC-F186F00619F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72B9688-9177-52C1-3975-666EDD83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935434-9F2F-96F7-C49E-028845A81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7C245-9202-4C8A-8652-33DF0CD8B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09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A054200-F958-3495-6B10-61FAD03F7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F098-4716-4C5B-94BC-F186F00619F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052D108-FEB5-FEC8-3592-86B898D7D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0D9E89-5DD4-C6CC-347A-9C8362C2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7C245-9202-4C8A-8652-33DF0CD8B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779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03F1D-2F33-69E2-AC0B-E25578112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F217D7-AEB6-18DE-6EE5-31A1086C2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C44671-58B0-2D8D-D703-4DA56F34B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2F7E3E-B399-A5D4-933B-7887D7162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F098-4716-4C5B-94BC-F186F00619F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4D5C0-EB83-2593-6905-687548ED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D5F5FD-E67C-37B8-D5AD-E62F1A7C1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7C245-9202-4C8A-8652-33DF0CD8B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540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543BD-D945-4F15-38BD-1E73A68BB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FDC8EE1-1005-2D04-05C1-CEB78D7DC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74CB40-CD3F-3F36-FC02-F4BE1A294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B75917-6CB9-80AB-398C-36C2FBCF6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F098-4716-4C5B-94BC-F186F00619F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71CDB5-4457-B661-91A4-9132F2129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5F87E5-FE22-3E7E-640B-DBBF0924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7C245-9202-4C8A-8652-33DF0CD8B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480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73844-18DD-A0E0-AFF8-D89425C04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BF81D9-1FB8-D1BC-3544-66F5129AB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8B0616-C8FF-0340-38AD-D3E9347D9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F098-4716-4C5B-94BC-F186F00619F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293E6D-E773-423E-1D3D-6E0CED58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FD5347-1F9D-739F-1BFE-E0357D867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7C245-9202-4C8A-8652-33DF0CD8B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12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F3A10B3-8A1B-7B38-5FBD-92F3C96E29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FFDE1D-B86A-79B0-7EA2-325CCF18A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513345-9D59-8275-3215-0E3FB0C89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F098-4716-4C5B-94BC-F186F00619F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7B2A33-2015-9B85-7B5D-933BC0F7A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CBD69C-0B9A-83FA-8895-25244EAE1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7C245-9202-4C8A-8652-33DF0CD8B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837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CE562A9-2CE7-EBBB-EEB8-8EC4E08E5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52223F-97F1-A4FF-85F5-B7CD605BC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39C7CA-C3C0-615D-704A-FBBFA8FE5D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3BF098-4716-4C5B-94BC-F186F00619F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B9D199-0FC3-320A-3CE1-1E11B6C98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46A919-2844-3800-5686-F8D96B0264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97C245-9202-4C8A-8652-33DF0CD8B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929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저각도에서 본 하늘로 솟은 현대적 고층 금융 빌딩">
            <a:extLst>
              <a:ext uri="{FF2B5EF4-FFF2-40B4-BE49-F238E27FC236}">
                <a16:creationId xmlns:a16="http://schemas.microsoft.com/office/drawing/2014/main" id="{ED1CB544-3E2F-3906-37CF-3FE01813AEF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ADDB291-AFC1-DC5A-904F-C67160DEA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28481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latinLnBrk="0"/>
            <a:r>
              <a:rPr lang="en-US" altLang="ko-KR" sz="6000" dirty="0">
                <a:solidFill>
                  <a:srgbClr val="FFFFFF"/>
                </a:solidFill>
              </a:rPr>
              <a:t>2022180038 </a:t>
            </a:r>
            <a:r>
              <a:rPr lang="ko-KR" altLang="en-US" sz="6000" dirty="0">
                <a:solidFill>
                  <a:srgbClr val="FFFFFF"/>
                </a:solidFill>
              </a:rPr>
              <a:t>정진영</a:t>
            </a:r>
            <a:br>
              <a:rPr lang="en-US" altLang="ko-KR" sz="6000" dirty="0">
                <a:solidFill>
                  <a:srgbClr val="FFFFFF"/>
                </a:solidFill>
              </a:rPr>
            </a:br>
            <a:r>
              <a:rPr lang="en-US" altLang="ko-KR" sz="6000" dirty="0">
                <a:solidFill>
                  <a:srgbClr val="FFFFFF"/>
                </a:solidFill>
              </a:rPr>
              <a:t>2D</a:t>
            </a:r>
            <a:r>
              <a:rPr lang="ko-KR" altLang="en-US" sz="6000" dirty="0">
                <a:solidFill>
                  <a:srgbClr val="FFFFFF"/>
                </a:solidFill>
              </a:rPr>
              <a:t>게임 프로그래밍 </a:t>
            </a:r>
            <a:br>
              <a:rPr lang="en-US" altLang="ko-KR" sz="6000" dirty="0">
                <a:solidFill>
                  <a:srgbClr val="FFFFFF"/>
                </a:solidFill>
              </a:rPr>
            </a:br>
            <a:r>
              <a:rPr lang="en-US" altLang="ko-KR" sz="6000" dirty="0">
                <a:solidFill>
                  <a:srgbClr val="FFFFFF"/>
                </a:solidFill>
              </a:rPr>
              <a:t>2</a:t>
            </a:r>
            <a:r>
              <a:rPr lang="ko-KR" altLang="en-US" sz="6000" dirty="0">
                <a:solidFill>
                  <a:srgbClr val="FFFFFF"/>
                </a:solidFill>
              </a:rPr>
              <a:t>차 발표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B68B57-0471-B61D-FFBE-C6A05EAD6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 latinLnBrk="0">
              <a:buNone/>
            </a:pPr>
            <a:r>
              <a:rPr lang="ko-KR" altLang="en-US" sz="2400" dirty="0">
                <a:solidFill>
                  <a:srgbClr val="FFFFFF"/>
                </a:solidFill>
              </a:rPr>
              <a:t>건물 부수기</a:t>
            </a:r>
          </a:p>
        </p:txBody>
      </p:sp>
    </p:spTree>
    <p:extLst>
      <p:ext uri="{BB962C8B-B14F-4D97-AF65-F5344CB8AC3E}">
        <p14:creationId xmlns:p14="http://schemas.microsoft.com/office/powerpoint/2010/main" val="24420481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6028D1-0F78-E187-0DFB-3D0FBD3053E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35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922849A-2143-16F7-E5FF-79E2E6C24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dirty="0"/>
              <a:t>프로젝트 개발 진행 상황</a:t>
            </a:r>
          </a:p>
        </p:txBody>
      </p:sp>
      <p:graphicFrame>
        <p:nvGraphicFramePr>
          <p:cNvPr id="36" name="내용 개체 틀 2">
            <a:extLst>
              <a:ext uri="{FF2B5EF4-FFF2-40B4-BE49-F238E27FC236}">
                <a16:creationId xmlns:a16="http://schemas.microsoft.com/office/drawing/2014/main" id="{0F878C43-0489-2EFA-C290-D6712CEA53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996907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52553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1A828F-3A35-5548-A744-5A51B0992C32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Github </a:t>
            </a:r>
            <a:r>
              <a:rPr lang="ko-KR" alt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주차별 커밋</a:t>
            </a:r>
            <a:r>
              <a:rPr lang="en-US" altLang="ko-KR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ko-KR" alt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통계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2B918C7-D753-8B5A-DE18-7A9601C28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001" y="1675227"/>
            <a:ext cx="6919997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00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339</Words>
  <Application>Microsoft Office PowerPoint</Application>
  <PresentationFormat>와이드스크린</PresentationFormat>
  <Paragraphs>26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2022180038 정진영 2D게임 프로그래밍  2차 발표</vt:lpstr>
      <vt:lpstr>프로젝트 개발 진행 상황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정진영(2022180038)</dc:creator>
  <cp:lastModifiedBy>정진영(2022180038)</cp:lastModifiedBy>
  <cp:revision>3</cp:revision>
  <dcterms:created xsi:type="dcterms:W3CDTF">2025-11-11T06:28:31Z</dcterms:created>
  <dcterms:modified xsi:type="dcterms:W3CDTF">2025-11-11T07:20:39Z</dcterms:modified>
</cp:coreProperties>
</file>