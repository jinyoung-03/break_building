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8" y="9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B4717-B357-D4EB-F729-D56CC7CB93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A97451C-159F-38C7-8D63-FD0F3AE21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DDAB9E-3CC2-30CE-C35D-1A058E71D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FBD0-8680-469A-A140-51A4CEA6B8D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F95BAE-230E-2327-9377-CEA08C4CD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5910F1-D31A-917F-33FD-601EC9738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8CAA-B5D6-4061-90ED-6E0CFA81B7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50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50BE4B-A831-C395-F80A-05CE6F3DC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81A462-68AE-E244-F6D3-AC8BC7429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9ED713-6E5B-7BE4-F847-D17B83351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FBD0-8680-469A-A140-51A4CEA6B8D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56D3C7-43E6-E578-BD18-E593C6F92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E059C8-1996-8984-CD58-849A2B494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8CAA-B5D6-4061-90ED-6E0CFA81B7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3331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C66117-0621-5E02-CB57-3150B9090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273969-012E-1B46-C3B9-BBEFD8ECB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FAF5D-0959-599D-2BA8-9C5801A15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FBD0-8680-469A-A140-51A4CEA6B8D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5031FE-494E-CF09-D4C3-3D94395B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73BE80-327D-04D9-4B85-4F93E16D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8CAA-B5D6-4061-90ED-6E0CFA81B7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4634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B9D4A-7C02-FFA9-A23D-2A180DB1C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4DEE1C-FDE7-7F9F-40BA-81CB54A918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1CEEB4B-6C53-C11E-A056-0145F370C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126E12-E9B5-8925-2FE5-6636365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FBD0-8680-469A-A140-51A4CEA6B8D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9522A2-C8B1-E358-E21A-A946475F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8DD059-D213-7B64-1938-97D72472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8CAA-B5D6-4061-90ED-6E0CFA81B7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626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D09010-04C0-6E43-4CE5-FA7171229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6D48B10-8A29-269F-B16C-8FB7812DC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AAA7A0-49D6-1563-3278-30B993C0C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ED308C5-770A-FEE9-6E55-15EB51CD1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8BA4209-3CD6-B403-5C7B-2960102F6C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1440C1-3F35-C97B-70B0-7481A6D5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FBD0-8680-469A-A140-51A4CEA6B8D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D1F0EF-A580-5460-F314-FD9B153A0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AEA6A7-9673-3ABE-3122-DB852E250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8CAA-B5D6-4061-90ED-6E0CFA81B7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069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DDF272-4ACE-ACD7-EC61-1875AA205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2C3080E-DE56-51DF-632F-8E957C692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FBD0-8680-469A-A140-51A4CEA6B8D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082B73-51A3-1161-E2D6-E5E65E379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E4F36B-CC27-4EFB-9620-A8F1088A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8CAA-B5D6-4061-90ED-6E0CFA81B7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431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534963-9FC8-678C-0F58-97AC69568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FBD0-8680-469A-A140-51A4CEA6B8D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A01B547-71CB-6F84-4C1A-2322B6829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E1D633-7719-21F6-BDC2-1ADEB3CF7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8CAA-B5D6-4061-90ED-6E0CFA81B7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145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AFE44-E62E-FEF6-0217-3800F0827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625C11-DD11-114E-9221-C8B3A181C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E4BFD9-2655-82C0-33EB-ACDA7800B4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FA43F5-5616-D35E-2B0C-F79B7D0F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FBD0-8680-469A-A140-51A4CEA6B8D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45E7E8-1207-ED73-0D21-3A8D35D95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10C720-B20C-F2BF-49A8-E73AF9710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8CAA-B5D6-4061-90ED-6E0CFA81B7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8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75A7B-620D-F285-237A-BAEB1BD56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9EDEBCA-F8A8-9838-246D-D771A323FF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1EAE59-0098-411F-3F87-C53BA8550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CFC323-B0F0-E3DF-8B22-59B7524B9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FBD0-8680-469A-A140-51A4CEA6B8D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A8680A-9501-45DF-2556-D0EC6841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24BA4A-67EF-7F2C-2B6B-34288B612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8CAA-B5D6-4061-90ED-6E0CFA81B7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69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186A73-0620-6B6D-B520-89A6CB029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C9BBFCD-9AEE-D7B3-9020-1979F47F6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5289D0-5630-A846-5235-8B17438AA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FBD0-8680-469A-A140-51A4CEA6B8D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E68C22-953C-D5C4-7567-BDAB6BF4E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87363C-CA2B-172D-B310-E0DB906A9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8CAA-B5D6-4061-90ED-6E0CFA81B7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041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16C1996-ECE5-0639-FF19-FA8F6C1400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26CF83-63D4-B284-A87A-F3AAAEC57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94024D-1FEC-CDD8-5288-D9907B245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FBD0-8680-469A-A140-51A4CEA6B8D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96BB2E-8C45-5755-FE45-DCB596B56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75F7D3-56BF-907B-CCF8-569E62DE9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88CAA-B5D6-4061-90ED-6E0CFA81B7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571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35E744-B4ED-96B9-4141-56EEDC916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FCD54A-C325-7C94-4762-3CC59D8F0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762830-A92B-85CA-6F11-3931E8EFB0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1DFBD0-8680-469A-A140-51A4CEA6B8D4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AA5276-519E-4B98-7360-47349FAA14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749C3F-C636-F225-B750-FFD323388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788CAA-B5D6-4061-90ED-6E0CFA81B7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644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7">
            <a:extLst>
              <a:ext uri="{FF2B5EF4-FFF2-40B4-BE49-F238E27FC236}">
                <a16:creationId xmlns:a16="http://schemas.microsoft.com/office/drawing/2014/main" id="{F4155C20-3F0E-4576-8A0B-C345B6231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9FAEBA4-BFE2-2FCE-637C-1D6E2EB34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30" y="1598246"/>
            <a:ext cx="4554659" cy="5034817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0"/>
            <a:r>
              <a:rPr lang="ko-KR" altLang="en-US" sz="6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건물부수기</a:t>
            </a:r>
            <a:br>
              <a:rPr lang="en-US" altLang="ko-KR" sz="6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ko-KR" altLang="en-US" sz="6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최종발표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7B915A-B368-9D73-6CBE-3064D3724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2994" y="1590840"/>
            <a:ext cx="5010506" cy="500753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44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2022180038 </a:t>
            </a:r>
            <a:r>
              <a:rPr lang="ko-KR" altLang="en-US" sz="44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게임공학과 정진영</a:t>
            </a:r>
          </a:p>
        </p:txBody>
      </p:sp>
      <p:cxnSp>
        <p:nvCxnSpPr>
          <p:cNvPr id="29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21">
            <a:extLst>
              <a:ext uri="{FF2B5EF4-FFF2-40B4-BE49-F238E27FC236}">
                <a16:creationId xmlns:a16="http://schemas.microsoft.com/office/drawing/2014/main" id="{0BAEB82B-9A6B-4982-B56B-7529C6EA9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23128" y="1731109"/>
            <a:ext cx="139039" cy="136646"/>
          </a:xfrm>
          <a:custGeom>
            <a:avLst/>
            <a:gdLst>
              <a:gd name="connsiteX0" fmla="*/ 129602 w 139039"/>
              <a:gd name="connsiteY0" fmla="*/ 59048 h 136646"/>
              <a:gd name="connsiteX1" fmla="*/ 78957 w 139039"/>
              <a:gd name="connsiteY1" fmla="*/ 59048 h 136646"/>
              <a:gd name="connsiteX2" fmla="*/ 78957 w 139039"/>
              <a:gd name="connsiteY2" fmla="*/ 9275 h 136646"/>
              <a:gd name="connsiteX3" fmla="*/ 69520 w 139039"/>
              <a:gd name="connsiteY3" fmla="*/ 0 h 136646"/>
              <a:gd name="connsiteX4" fmla="*/ 60082 w 139039"/>
              <a:gd name="connsiteY4" fmla="*/ 9275 h 136646"/>
              <a:gd name="connsiteX5" fmla="*/ 60082 w 139039"/>
              <a:gd name="connsiteY5" fmla="*/ 59048 h 136646"/>
              <a:gd name="connsiteX6" fmla="*/ 9437 w 139039"/>
              <a:gd name="connsiteY6" fmla="*/ 59048 h 136646"/>
              <a:gd name="connsiteX7" fmla="*/ 0 w 139039"/>
              <a:gd name="connsiteY7" fmla="*/ 68323 h 136646"/>
              <a:gd name="connsiteX8" fmla="*/ 9437 w 139039"/>
              <a:gd name="connsiteY8" fmla="*/ 77598 h 136646"/>
              <a:gd name="connsiteX9" fmla="*/ 60082 w 139039"/>
              <a:gd name="connsiteY9" fmla="*/ 77598 h 136646"/>
              <a:gd name="connsiteX10" fmla="*/ 60082 w 139039"/>
              <a:gd name="connsiteY10" fmla="*/ 127371 h 136646"/>
              <a:gd name="connsiteX11" fmla="*/ 69520 w 139039"/>
              <a:gd name="connsiteY11" fmla="*/ 136646 h 136646"/>
              <a:gd name="connsiteX12" fmla="*/ 78957 w 139039"/>
              <a:gd name="connsiteY12" fmla="*/ 127371 h 136646"/>
              <a:gd name="connsiteX13" fmla="*/ 78957 w 139039"/>
              <a:gd name="connsiteY13" fmla="*/ 77598 h 136646"/>
              <a:gd name="connsiteX14" fmla="*/ 129602 w 139039"/>
              <a:gd name="connsiteY14" fmla="*/ 77598 h 136646"/>
              <a:gd name="connsiteX15" fmla="*/ 139039 w 139039"/>
              <a:gd name="connsiteY15" fmla="*/ 68323 h 136646"/>
              <a:gd name="connsiteX16" fmla="*/ 129602 w 139039"/>
              <a:gd name="connsiteY16" fmla="*/ 59048 h 1366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6646">
                <a:moveTo>
                  <a:pt x="129602" y="59048"/>
                </a:moveTo>
                <a:lnTo>
                  <a:pt x="78957" y="59048"/>
                </a:lnTo>
                <a:lnTo>
                  <a:pt x="78957" y="9275"/>
                </a:lnTo>
                <a:cubicBezTo>
                  <a:pt x="78957" y="4152"/>
                  <a:pt x="74731" y="0"/>
                  <a:pt x="69520" y="0"/>
                </a:cubicBezTo>
                <a:cubicBezTo>
                  <a:pt x="64308" y="0"/>
                  <a:pt x="60082" y="4152"/>
                  <a:pt x="60082" y="9275"/>
                </a:cubicBezTo>
                <a:lnTo>
                  <a:pt x="60082" y="59048"/>
                </a:lnTo>
                <a:lnTo>
                  <a:pt x="9437" y="59048"/>
                </a:lnTo>
                <a:cubicBezTo>
                  <a:pt x="4225" y="59048"/>
                  <a:pt x="0" y="63201"/>
                  <a:pt x="0" y="68323"/>
                </a:cubicBezTo>
                <a:cubicBezTo>
                  <a:pt x="0" y="73445"/>
                  <a:pt x="4225" y="77598"/>
                  <a:pt x="9437" y="77598"/>
                </a:cubicBezTo>
                <a:lnTo>
                  <a:pt x="60082" y="77598"/>
                </a:lnTo>
                <a:lnTo>
                  <a:pt x="60082" y="127371"/>
                </a:lnTo>
                <a:cubicBezTo>
                  <a:pt x="60082" y="132493"/>
                  <a:pt x="64308" y="136646"/>
                  <a:pt x="69520" y="136646"/>
                </a:cubicBezTo>
                <a:cubicBezTo>
                  <a:pt x="74731" y="136646"/>
                  <a:pt x="78957" y="132493"/>
                  <a:pt x="78957" y="127371"/>
                </a:cubicBezTo>
                <a:lnTo>
                  <a:pt x="78957" y="77598"/>
                </a:lnTo>
                <a:lnTo>
                  <a:pt x="129602" y="77598"/>
                </a:lnTo>
                <a:cubicBezTo>
                  <a:pt x="134814" y="77598"/>
                  <a:pt x="139039" y="73445"/>
                  <a:pt x="139039" y="68323"/>
                </a:cubicBezTo>
                <a:cubicBezTo>
                  <a:pt x="139039" y="63201"/>
                  <a:pt x="134814" y="59048"/>
                  <a:pt x="129602" y="59048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Graphic 17">
            <a:extLst>
              <a:ext uri="{FF2B5EF4-FFF2-40B4-BE49-F238E27FC236}">
                <a16:creationId xmlns:a16="http://schemas.microsoft.com/office/drawing/2014/main" id="{FC71CE45-EECF-4555-AD4B-1B3D0D5D15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1908" y="1956458"/>
            <a:ext cx="91138" cy="89570"/>
          </a:xfrm>
          <a:custGeom>
            <a:avLst/>
            <a:gdLst>
              <a:gd name="connsiteX0" fmla="*/ 91138 w 91138"/>
              <a:gd name="connsiteY0" fmla="*/ 44785 h 89570"/>
              <a:gd name="connsiteX1" fmla="*/ 45569 w 91138"/>
              <a:gd name="connsiteY1" fmla="*/ 89570 h 89570"/>
              <a:gd name="connsiteX2" fmla="*/ 0 w 91138"/>
              <a:gd name="connsiteY2" fmla="*/ 44785 h 89570"/>
              <a:gd name="connsiteX3" fmla="*/ 45569 w 91138"/>
              <a:gd name="connsiteY3" fmla="*/ 0 h 89570"/>
              <a:gd name="connsiteX4" fmla="*/ 91138 w 91138"/>
              <a:gd name="connsiteY4" fmla="*/ 44785 h 8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89570">
                <a:moveTo>
                  <a:pt x="91138" y="44785"/>
                </a:moveTo>
                <a:cubicBezTo>
                  <a:pt x="91138" y="69519"/>
                  <a:pt x="70736" y="89570"/>
                  <a:pt x="45569" y="89570"/>
                </a:cubicBezTo>
                <a:cubicBezTo>
                  <a:pt x="20402" y="89570"/>
                  <a:pt x="0" y="69519"/>
                  <a:pt x="0" y="44785"/>
                </a:cubicBezTo>
                <a:cubicBezTo>
                  <a:pt x="0" y="20051"/>
                  <a:pt x="20402" y="0"/>
                  <a:pt x="45569" y="0"/>
                </a:cubicBezTo>
                <a:cubicBezTo>
                  <a:pt x="70736" y="0"/>
                  <a:pt x="91138" y="20051"/>
                  <a:pt x="91138" y="44785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Graphic 22">
            <a:extLst>
              <a:ext uri="{FF2B5EF4-FFF2-40B4-BE49-F238E27FC236}">
                <a16:creationId xmlns:a16="http://schemas.microsoft.com/office/drawing/2014/main" id="{53AA89D1-0C70-46BB-8E35-5722A4B18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7588" y="2177021"/>
            <a:ext cx="127714" cy="125516"/>
          </a:xfrm>
          <a:custGeom>
            <a:avLst/>
            <a:gdLst>
              <a:gd name="connsiteX0" fmla="*/ 63857 w 127714"/>
              <a:gd name="connsiteY0" fmla="*/ 18549 h 125516"/>
              <a:gd name="connsiteX1" fmla="*/ 108840 w 127714"/>
              <a:gd name="connsiteY1" fmla="*/ 62758 h 125516"/>
              <a:gd name="connsiteX2" fmla="*/ 63857 w 127714"/>
              <a:gd name="connsiteY2" fmla="*/ 106967 h 125516"/>
              <a:gd name="connsiteX3" fmla="*/ 18874 w 127714"/>
              <a:gd name="connsiteY3" fmla="*/ 62758 h 125516"/>
              <a:gd name="connsiteX4" fmla="*/ 63857 w 127714"/>
              <a:gd name="connsiteY4" fmla="*/ 18549 h 125516"/>
              <a:gd name="connsiteX5" fmla="*/ 63857 w 127714"/>
              <a:gd name="connsiteY5" fmla="*/ 0 h 125516"/>
              <a:gd name="connsiteX6" fmla="*/ 0 w 127714"/>
              <a:gd name="connsiteY6" fmla="*/ 62758 h 125516"/>
              <a:gd name="connsiteX7" fmla="*/ 63857 w 127714"/>
              <a:gd name="connsiteY7" fmla="*/ 125516 h 125516"/>
              <a:gd name="connsiteX8" fmla="*/ 127714 w 127714"/>
              <a:gd name="connsiteY8" fmla="*/ 62758 h 125516"/>
              <a:gd name="connsiteX9" fmla="*/ 63857 w 127714"/>
              <a:gd name="connsiteY9" fmla="*/ 0 h 125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5516">
                <a:moveTo>
                  <a:pt x="63857" y="18549"/>
                </a:moveTo>
                <a:cubicBezTo>
                  <a:pt x="88700" y="18549"/>
                  <a:pt x="108840" y="38342"/>
                  <a:pt x="108840" y="62758"/>
                </a:cubicBezTo>
                <a:cubicBezTo>
                  <a:pt x="108840" y="87174"/>
                  <a:pt x="88700" y="106967"/>
                  <a:pt x="63857" y="106967"/>
                </a:cubicBezTo>
                <a:cubicBezTo>
                  <a:pt x="39014" y="106967"/>
                  <a:pt x="18874" y="87174"/>
                  <a:pt x="18874" y="62758"/>
                </a:cubicBezTo>
                <a:cubicBezTo>
                  <a:pt x="18898" y="38352"/>
                  <a:pt x="39024" y="18573"/>
                  <a:pt x="63857" y="18549"/>
                </a:cubicBezTo>
                <a:moveTo>
                  <a:pt x="63857" y="0"/>
                </a:moveTo>
                <a:cubicBezTo>
                  <a:pt x="28590" y="0"/>
                  <a:pt x="0" y="28098"/>
                  <a:pt x="0" y="62758"/>
                </a:cubicBezTo>
                <a:cubicBezTo>
                  <a:pt x="0" y="97418"/>
                  <a:pt x="28590" y="125516"/>
                  <a:pt x="63857" y="125516"/>
                </a:cubicBezTo>
                <a:cubicBezTo>
                  <a:pt x="99124" y="125516"/>
                  <a:pt x="127714" y="97418"/>
                  <a:pt x="127714" y="62758"/>
                </a:cubicBezTo>
                <a:cubicBezTo>
                  <a:pt x="127714" y="28098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300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282B6B-912F-76BC-5556-BDDCD09A56DB}"/>
              </a:ext>
            </a:extLst>
          </p:cNvPr>
          <p:cNvSpPr txBox="1"/>
          <p:nvPr/>
        </p:nvSpPr>
        <p:spPr>
          <a:xfrm>
            <a:off x="426720" y="73030"/>
            <a:ext cx="423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/>
              <a:t>개발 진척도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82141A8-DA81-F66B-B8D5-BF47E86BFB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0007431"/>
              </p:ext>
            </p:extLst>
          </p:nvPr>
        </p:nvGraphicFramePr>
        <p:xfrm>
          <a:off x="426720" y="719361"/>
          <a:ext cx="11338560" cy="598481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837527428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78554665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358882999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1390925751"/>
                    </a:ext>
                  </a:extLst>
                </a:gridCol>
              </a:tblGrid>
              <a:tr h="40270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내용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목표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실제 개발 완료 범위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진척도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2153744"/>
                  </a:ext>
                </a:extLst>
              </a:tr>
              <a:tr h="8548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스테이지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여러 스테이지를 만들어 떨어지는 건물의 차별화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스테이지 고정</a:t>
                      </a:r>
                      <a:r>
                        <a:rPr lang="en-US" altLang="ko-KR" dirty="0"/>
                        <a:t>, 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떨어지는 건물 고정</a:t>
                      </a:r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128537"/>
                  </a:ext>
                </a:extLst>
              </a:tr>
              <a:tr h="8548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캐릭터가 좌우로 이동 및 점프 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캐릭터는 좌우로만 이동 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797644"/>
                  </a:ext>
                </a:extLst>
              </a:tr>
              <a:tr h="8548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무기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여개의 무기 애니메이션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r>
                        <a:rPr lang="ko-KR" altLang="en-US" dirty="0"/>
                        <a:t>개 무기 애니메이션 적용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100047"/>
                  </a:ext>
                </a:extLst>
              </a:tr>
              <a:tr h="86622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난이도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건물의 속도 조절 및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건물이 떨어지는 횟수 변경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시간이 경과함에 따라 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건물이 떨어지는 속도와 시간이 빨라진다</a:t>
                      </a:r>
                      <a:r>
                        <a:rPr lang="en-US" altLang="ko-KR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100%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6446806"/>
                  </a:ext>
                </a:extLst>
              </a:tr>
              <a:tr h="112609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게임 기능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캐릭터는 공격 및 방어 스킬을 사용 가능하다</a:t>
                      </a:r>
                      <a:r>
                        <a:rPr lang="en-US" altLang="ko-KR" dirty="0"/>
                        <a:t>.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스킬 사용 시 카메라가 확대 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스킬 사용 시 카메라 확대 내용 </a:t>
                      </a:r>
                      <a:r>
                        <a:rPr lang="en-US" altLang="ko-KR" dirty="0"/>
                        <a:t>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70%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78807"/>
                  </a:ext>
                </a:extLst>
              </a:tr>
              <a:tr h="85486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기타 요소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무기 선택 시 캐릭터가 무기를 착용한 모습을 보여준다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무기의 이미지는 보이지만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캐릭터가 착용한 모습은 보이지 않는다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50%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6502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2434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934BCE-BC39-FF91-F6B1-7EE85965B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809" y="1508857"/>
            <a:ext cx="6564591" cy="384028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694806-CF3B-E2D7-3057-6DA73830FAF8}"/>
              </a:ext>
            </a:extLst>
          </p:cNvPr>
          <p:cNvSpPr txBox="1"/>
          <p:nvPr/>
        </p:nvSpPr>
        <p:spPr>
          <a:xfrm>
            <a:off x="8266814" y="818707"/>
            <a:ext cx="3131288" cy="5310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latinLnBrk="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ko-KR" sz="2000" dirty="0">
              <a:solidFill>
                <a:srgbClr val="595959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86ECC63-CBAF-F80D-E84F-4AA36CB1E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994120"/>
              </p:ext>
            </p:extLst>
          </p:nvPr>
        </p:nvGraphicFramePr>
        <p:xfrm>
          <a:off x="7492112" y="90377"/>
          <a:ext cx="4623982" cy="6658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991">
                  <a:extLst>
                    <a:ext uri="{9D8B030D-6E8A-4147-A177-3AD203B41FA5}">
                      <a16:colId xmlns:a16="http://schemas.microsoft.com/office/drawing/2014/main" val="2069598041"/>
                    </a:ext>
                  </a:extLst>
                </a:gridCol>
                <a:gridCol w="2311991">
                  <a:extLst>
                    <a:ext uri="{9D8B030D-6E8A-4147-A177-3AD203B41FA5}">
                      <a16:colId xmlns:a16="http://schemas.microsoft.com/office/drawing/2014/main" val="4096147375"/>
                    </a:ext>
                  </a:extLst>
                </a:gridCol>
              </a:tblGrid>
              <a:tr h="42190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커밋</a:t>
                      </a:r>
                      <a:r>
                        <a:rPr lang="ko-KR" altLang="en-US" dirty="0"/>
                        <a:t> 횟수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562834"/>
                  </a:ext>
                </a:extLst>
              </a:tr>
              <a:tr h="6277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28 Sep.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747393"/>
                  </a:ext>
                </a:extLst>
              </a:tr>
              <a:tr h="6391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12 Oct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481484"/>
                  </a:ext>
                </a:extLst>
              </a:tr>
              <a:tr h="7383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19 Oct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21197"/>
                  </a:ext>
                </a:extLst>
              </a:tr>
              <a:tr h="7383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26 Oct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3828"/>
                  </a:ext>
                </a:extLst>
              </a:tr>
              <a:tr h="6391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9 Nov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641748"/>
                  </a:ext>
                </a:extLst>
              </a:tr>
              <a:tr h="7383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16 Nov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4368749"/>
                  </a:ext>
                </a:extLst>
              </a:tr>
              <a:tr h="7383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23 Nov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0427015"/>
                  </a:ext>
                </a:extLst>
              </a:tr>
              <a:tr h="7383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 of 30 Nov</a:t>
                      </a:r>
                      <a:endParaRPr lang="ko-KR" altLang="en-US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27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7766863"/>
                  </a:ext>
                </a:extLst>
              </a:tr>
              <a:tr h="6391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 of 7 Dec.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474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848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178</Words>
  <Application>Microsoft Office PowerPoint</Application>
  <PresentationFormat>와이드스크린</PresentationFormat>
  <Paragraphs>53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건물부수기 최종발표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정진영(2022180038)</dc:creator>
  <cp:lastModifiedBy>정진영(2022180038)</cp:lastModifiedBy>
  <cp:revision>1</cp:revision>
  <dcterms:created xsi:type="dcterms:W3CDTF">2025-12-09T19:40:49Z</dcterms:created>
  <dcterms:modified xsi:type="dcterms:W3CDTF">2025-12-09T20:08:22Z</dcterms:modified>
</cp:coreProperties>
</file>